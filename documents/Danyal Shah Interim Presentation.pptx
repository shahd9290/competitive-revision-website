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1" r:id="rId5"/>
    <p:sldId id="259" r:id="rId6"/>
    <p:sldId id="260" r:id="rId7"/>
    <p:sldId id="26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4" Type="http://schemas.openxmlformats.org/officeDocument/2006/relationships/image" Target="../media/image4.svg"/></Relationships>
</file>

<file path=ppt/diagrams/_rels/data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svg"/><Relationship Id="rId1" Type="http://schemas.openxmlformats.org/officeDocument/2006/relationships/image" Target="../media/image5.png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openxmlformats.org/officeDocument/2006/relationships/image" Target="../media/image8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4" Type="http://schemas.openxmlformats.org/officeDocument/2006/relationships/image" Target="../media/image4.svg"/></Relationships>
</file>

<file path=ppt/diagrams/_rels/drawing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svg"/><Relationship Id="rId1" Type="http://schemas.openxmlformats.org/officeDocument/2006/relationships/image" Target="../media/image5.png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openxmlformats.org/officeDocument/2006/relationships/image" Target="../media/image8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48BAEE0-2DB0-4335-AA5D-B011DC3A0582}" type="doc">
      <dgm:prSet loTypeId="urn:microsoft.com/office/officeart/2018/5/layout/CenteredIconLabelDescription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27C64FFC-3E5A-4C78-B6CC-5162887BFB5A}">
      <dgm:prSet/>
      <dgm:spPr/>
      <dgm:t>
        <a:bodyPr/>
        <a:lstStyle/>
        <a:p>
          <a:pPr>
            <a:defRPr b="1"/>
          </a:pPr>
          <a:r>
            <a:rPr lang="en-GB"/>
            <a:t>A Web Application designed to help students revise for exams</a:t>
          </a:r>
          <a:endParaRPr lang="en-US"/>
        </a:p>
      </dgm:t>
    </dgm:pt>
    <dgm:pt modelId="{DA975EEF-5706-4D5E-B375-36D6B6C060ED}" type="parTrans" cxnId="{EB2951FE-8D72-489A-8171-EDA9FADA21BC}">
      <dgm:prSet/>
      <dgm:spPr/>
      <dgm:t>
        <a:bodyPr/>
        <a:lstStyle/>
        <a:p>
          <a:endParaRPr lang="en-US"/>
        </a:p>
      </dgm:t>
    </dgm:pt>
    <dgm:pt modelId="{CDA352A5-B08B-4293-AA40-57C01E94F593}" type="sibTrans" cxnId="{EB2951FE-8D72-489A-8171-EDA9FADA21BC}">
      <dgm:prSet/>
      <dgm:spPr/>
      <dgm:t>
        <a:bodyPr/>
        <a:lstStyle/>
        <a:p>
          <a:endParaRPr lang="en-US"/>
        </a:p>
      </dgm:t>
    </dgm:pt>
    <dgm:pt modelId="{C5201EFA-62EC-45EC-810A-3C55A458A755}">
      <dgm:prSet/>
      <dgm:spPr/>
      <dgm:t>
        <a:bodyPr/>
        <a:lstStyle/>
        <a:p>
          <a:r>
            <a:rPr lang="en-GB" dirty="0"/>
            <a:t>Whilst facilitating their competitive nature</a:t>
          </a:r>
          <a:endParaRPr lang="en-US" dirty="0"/>
        </a:p>
      </dgm:t>
    </dgm:pt>
    <dgm:pt modelId="{C6738D01-BE2D-40A9-B108-3BE6CDDD18D8}" type="parTrans" cxnId="{8BDE8122-6E0F-4FD6-A629-FF3FAA958754}">
      <dgm:prSet/>
      <dgm:spPr/>
      <dgm:t>
        <a:bodyPr/>
        <a:lstStyle/>
        <a:p>
          <a:endParaRPr lang="en-US"/>
        </a:p>
      </dgm:t>
    </dgm:pt>
    <dgm:pt modelId="{89AE07A3-D9C9-423E-A805-8E904A2F7C60}" type="sibTrans" cxnId="{8BDE8122-6E0F-4FD6-A629-FF3FAA958754}">
      <dgm:prSet/>
      <dgm:spPr/>
      <dgm:t>
        <a:bodyPr/>
        <a:lstStyle/>
        <a:p>
          <a:endParaRPr lang="en-US"/>
        </a:p>
      </dgm:t>
    </dgm:pt>
    <dgm:pt modelId="{DB5EE58E-E55A-4A27-90D1-8E091E097D4D}">
      <dgm:prSet/>
      <dgm:spPr/>
      <dgm:t>
        <a:bodyPr/>
        <a:lstStyle/>
        <a:p>
          <a:pPr>
            <a:defRPr b="1"/>
          </a:pPr>
          <a:r>
            <a:rPr lang="en-GB"/>
            <a:t>Components</a:t>
          </a:r>
          <a:endParaRPr lang="en-US"/>
        </a:p>
      </dgm:t>
    </dgm:pt>
    <dgm:pt modelId="{1720B4E4-D4B5-4D26-ACB3-A2C0A3304C22}" type="parTrans" cxnId="{2FD720D2-6521-4599-8918-6A6FBC115CCA}">
      <dgm:prSet/>
      <dgm:spPr/>
      <dgm:t>
        <a:bodyPr/>
        <a:lstStyle/>
        <a:p>
          <a:endParaRPr lang="en-US"/>
        </a:p>
      </dgm:t>
    </dgm:pt>
    <dgm:pt modelId="{6ADB1EE3-7D9C-47FB-BD87-D1C28DF5D234}" type="sibTrans" cxnId="{2FD720D2-6521-4599-8918-6A6FBC115CCA}">
      <dgm:prSet/>
      <dgm:spPr/>
      <dgm:t>
        <a:bodyPr/>
        <a:lstStyle/>
        <a:p>
          <a:endParaRPr lang="en-US"/>
        </a:p>
      </dgm:t>
    </dgm:pt>
    <dgm:pt modelId="{31E10D32-4DA6-4807-8E37-02C1C46F0925}">
      <dgm:prSet/>
      <dgm:spPr/>
      <dgm:t>
        <a:bodyPr/>
        <a:lstStyle/>
        <a:p>
          <a:r>
            <a:rPr lang="en-GB"/>
            <a:t>Frontend: Next.JS</a:t>
          </a:r>
          <a:endParaRPr lang="en-US"/>
        </a:p>
      </dgm:t>
    </dgm:pt>
    <dgm:pt modelId="{FE579FBA-F221-4FEE-9A5C-6A7323EDCBF1}" type="parTrans" cxnId="{C86832A6-6557-4F87-BCEC-5D39239DBEE4}">
      <dgm:prSet/>
      <dgm:spPr/>
      <dgm:t>
        <a:bodyPr/>
        <a:lstStyle/>
        <a:p>
          <a:endParaRPr lang="en-US"/>
        </a:p>
      </dgm:t>
    </dgm:pt>
    <dgm:pt modelId="{13B851C1-9598-442C-9C7A-C59D1526A012}" type="sibTrans" cxnId="{C86832A6-6557-4F87-BCEC-5D39239DBEE4}">
      <dgm:prSet/>
      <dgm:spPr/>
      <dgm:t>
        <a:bodyPr/>
        <a:lstStyle/>
        <a:p>
          <a:endParaRPr lang="en-US"/>
        </a:p>
      </dgm:t>
    </dgm:pt>
    <dgm:pt modelId="{B1792B5E-7A14-40DF-9EED-46B9F41B28BD}">
      <dgm:prSet/>
      <dgm:spPr/>
      <dgm:t>
        <a:bodyPr/>
        <a:lstStyle/>
        <a:p>
          <a:r>
            <a:rPr lang="en-GB"/>
            <a:t>Backend: Spring Boot</a:t>
          </a:r>
          <a:endParaRPr lang="en-US"/>
        </a:p>
      </dgm:t>
    </dgm:pt>
    <dgm:pt modelId="{8E79848C-79A0-470C-A66B-8DD003AA34FB}" type="parTrans" cxnId="{282F05ED-92A7-45C5-BBF7-034A492A5891}">
      <dgm:prSet/>
      <dgm:spPr/>
      <dgm:t>
        <a:bodyPr/>
        <a:lstStyle/>
        <a:p>
          <a:endParaRPr lang="en-US"/>
        </a:p>
      </dgm:t>
    </dgm:pt>
    <dgm:pt modelId="{C850552C-2AB3-4962-AE4D-7E431D3E64DE}" type="sibTrans" cxnId="{282F05ED-92A7-45C5-BBF7-034A492A5891}">
      <dgm:prSet/>
      <dgm:spPr/>
      <dgm:t>
        <a:bodyPr/>
        <a:lstStyle/>
        <a:p>
          <a:endParaRPr lang="en-US"/>
        </a:p>
      </dgm:t>
    </dgm:pt>
    <dgm:pt modelId="{485A3D24-E028-4C0F-A5D8-E69D3034D011}">
      <dgm:prSet/>
      <dgm:spPr/>
      <dgm:t>
        <a:bodyPr/>
        <a:lstStyle/>
        <a:p>
          <a:r>
            <a:rPr lang="en-GB"/>
            <a:t>Database: PostgreSQL</a:t>
          </a:r>
          <a:endParaRPr lang="en-US"/>
        </a:p>
      </dgm:t>
    </dgm:pt>
    <dgm:pt modelId="{55C8FD4C-DA08-4688-9638-6D87DD77EF29}" type="parTrans" cxnId="{AADF73D9-0002-4DFA-9D52-DD0197D29B36}">
      <dgm:prSet/>
      <dgm:spPr/>
      <dgm:t>
        <a:bodyPr/>
        <a:lstStyle/>
        <a:p>
          <a:endParaRPr lang="en-US"/>
        </a:p>
      </dgm:t>
    </dgm:pt>
    <dgm:pt modelId="{31E0AA42-3D87-4A34-AAD9-0DE406809190}" type="sibTrans" cxnId="{AADF73D9-0002-4DFA-9D52-DD0197D29B36}">
      <dgm:prSet/>
      <dgm:spPr/>
      <dgm:t>
        <a:bodyPr/>
        <a:lstStyle/>
        <a:p>
          <a:endParaRPr lang="en-US"/>
        </a:p>
      </dgm:t>
    </dgm:pt>
    <dgm:pt modelId="{02E614C8-71F4-45D7-8626-082885DC04D7}" type="pres">
      <dgm:prSet presAssocID="{748BAEE0-2DB0-4335-AA5D-B011DC3A0582}" presName="root" presStyleCnt="0">
        <dgm:presLayoutVars>
          <dgm:dir/>
          <dgm:resizeHandles val="exact"/>
        </dgm:presLayoutVars>
      </dgm:prSet>
      <dgm:spPr/>
    </dgm:pt>
    <dgm:pt modelId="{115F0D7C-8730-442F-9786-79851AEFC448}" type="pres">
      <dgm:prSet presAssocID="{27C64FFC-3E5A-4C78-B6CC-5162887BFB5A}" presName="compNode" presStyleCnt="0"/>
      <dgm:spPr/>
    </dgm:pt>
    <dgm:pt modelId="{5F87BCB7-E7E3-4D64-9B9E-2923FF664D4C}" type="pres">
      <dgm:prSet presAssocID="{27C64FFC-3E5A-4C78-B6CC-5162887BFB5A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lassroom"/>
        </a:ext>
      </dgm:extLst>
    </dgm:pt>
    <dgm:pt modelId="{5EDD8AAD-ED6B-418D-B0D0-A810C9AE6026}" type="pres">
      <dgm:prSet presAssocID="{27C64FFC-3E5A-4C78-B6CC-5162887BFB5A}" presName="iconSpace" presStyleCnt="0"/>
      <dgm:spPr/>
    </dgm:pt>
    <dgm:pt modelId="{75FDBC34-98CC-4E1C-A088-5BA305182935}" type="pres">
      <dgm:prSet presAssocID="{27C64FFC-3E5A-4C78-B6CC-5162887BFB5A}" presName="parTx" presStyleLbl="revTx" presStyleIdx="0" presStyleCnt="4">
        <dgm:presLayoutVars>
          <dgm:chMax val="0"/>
          <dgm:chPref val="0"/>
        </dgm:presLayoutVars>
      </dgm:prSet>
      <dgm:spPr/>
    </dgm:pt>
    <dgm:pt modelId="{682908AA-85D8-4218-9893-8400D1801403}" type="pres">
      <dgm:prSet presAssocID="{27C64FFC-3E5A-4C78-B6CC-5162887BFB5A}" presName="txSpace" presStyleCnt="0"/>
      <dgm:spPr/>
    </dgm:pt>
    <dgm:pt modelId="{7E119BE0-00ED-46E4-813C-9082E5632432}" type="pres">
      <dgm:prSet presAssocID="{27C64FFC-3E5A-4C78-B6CC-5162887BFB5A}" presName="desTx" presStyleLbl="revTx" presStyleIdx="1" presStyleCnt="4">
        <dgm:presLayoutVars/>
      </dgm:prSet>
      <dgm:spPr/>
    </dgm:pt>
    <dgm:pt modelId="{413A0692-AEB6-4CA1-B95E-63DDEAF089D9}" type="pres">
      <dgm:prSet presAssocID="{CDA352A5-B08B-4293-AA40-57C01E94F593}" presName="sibTrans" presStyleCnt="0"/>
      <dgm:spPr/>
    </dgm:pt>
    <dgm:pt modelId="{4BDCA4F2-7186-42B6-8C1B-A3BA9BD195C7}" type="pres">
      <dgm:prSet presAssocID="{DB5EE58E-E55A-4A27-90D1-8E091E097D4D}" presName="compNode" presStyleCnt="0"/>
      <dgm:spPr/>
    </dgm:pt>
    <dgm:pt modelId="{E59FB9B9-8371-4C73-82BA-323CD2879C61}" type="pres">
      <dgm:prSet presAssocID="{DB5EE58E-E55A-4A27-90D1-8E091E097D4D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26A7EAB2-E8B4-4265-A355-E9370102A25A}" type="pres">
      <dgm:prSet presAssocID="{DB5EE58E-E55A-4A27-90D1-8E091E097D4D}" presName="iconSpace" presStyleCnt="0"/>
      <dgm:spPr/>
    </dgm:pt>
    <dgm:pt modelId="{A5A53E02-844A-4382-8DE6-AB869FD4F4FE}" type="pres">
      <dgm:prSet presAssocID="{DB5EE58E-E55A-4A27-90D1-8E091E097D4D}" presName="parTx" presStyleLbl="revTx" presStyleIdx="2" presStyleCnt="4">
        <dgm:presLayoutVars>
          <dgm:chMax val="0"/>
          <dgm:chPref val="0"/>
        </dgm:presLayoutVars>
      </dgm:prSet>
      <dgm:spPr/>
    </dgm:pt>
    <dgm:pt modelId="{885CDC40-2E5D-424B-A58B-F1F84A0414E4}" type="pres">
      <dgm:prSet presAssocID="{DB5EE58E-E55A-4A27-90D1-8E091E097D4D}" presName="txSpace" presStyleCnt="0"/>
      <dgm:spPr/>
    </dgm:pt>
    <dgm:pt modelId="{9CB32483-B33A-4E87-AEDF-55A4FDC414F6}" type="pres">
      <dgm:prSet presAssocID="{DB5EE58E-E55A-4A27-90D1-8E091E097D4D}" presName="desTx" presStyleLbl="revTx" presStyleIdx="3" presStyleCnt="4">
        <dgm:presLayoutVars/>
      </dgm:prSet>
      <dgm:spPr/>
    </dgm:pt>
  </dgm:ptLst>
  <dgm:cxnLst>
    <dgm:cxn modelId="{7C4F4F17-77AD-4290-80C1-3D5A838E3D5A}" type="presOf" srcId="{C5201EFA-62EC-45EC-810A-3C55A458A755}" destId="{7E119BE0-00ED-46E4-813C-9082E5632432}" srcOrd="0" destOrd="0" presId="urn:microsoft.com/office/officeart/2018/5/layout/CenteredIconLabelDescriptionList"/>
    <dgm:cxn modelId="{8BDE8122-6E0F-4FD6-A629-FF3FAA958754}" srcId="{27C64FFC-3E5A-4C78-B6CC-5162887BFB5A}" destId="{C5201EFA-62EC-45EC-810A-3C55A458A755}" srcOrd="0" destOrd="0" parTransId="{C6738D01-BE2D-40A9-B108-3BE6CDDD18D8}" sibTransId="{89AE07A3-D9C9-423E-A805-8E904A2F7C60}"/>
    <dgm:cxn modelId="{EDE2752B-77B3-4CFA-900F-FE0EC8B6BD38}" type="presOf" srcId="{748BAEE0-2DB0-4335-AA5D-B011DC3A0582}" destId="{02E614C8-71F4-45D7-8626-082885DC04D7}" srcOrd="0" destOrd="0" presId="urn:microsoft.com/office/officeart/2018/5/layout/CenteredIconLabelDescriptionList"/>
    <dgm:cxn modelId="{D469DB45-45DF-468F-B19B-01BE10BB5FA4}" type="presOf" srcId="{DB5EE58E-E55A-4A27-90D1-8E091E097D4D}" destId="{A5A53E02-844A-4382-8DE6-AB869FD4F4FE}" srcOrd="0" destOrd="0" presId="urn:microsoft.com/office/officeart/2018/5/layout/CenteredIconLabelDescriptionList"/>
    <dgm:cxn modelId="{578EDA47-597C-4A15-B8F4-7D01D5C9B39B}" type="presOf" srcId="{31E10D32-4DA6-4807-8E37-02C1C46F0925}" destId="{9CB32483-B33A-4E87-AEDF-55A4FDC414F6}" srcOrd="0" destOrd="0" presId="urn:microsoft.com/office/officeart/2018/5/layout/CenteredIconLabelDescriptionList"/>
    <dgm:cxn modelId="{4B62F382-3CC4-47BD-9E8C-16867849AAE6}" type="presOf" srcId="{B1792B5E-7A14-40DF-9EED-46B9F41B28BD}" destId="{9CB32483-B33A-4E87-AEDF-55A4FDC414F6}" srcOrd="0" destOrd="1" presId="urn:microsoft.com/office/officeart/2018/5/layout/CenteredIconLabelDescriptionList"/>
    <dgm:cxn modelId="{0F0701A2-06EE-46B5-98EF-58B7BF1ECE2E}" type="presOf" srcId="{485A3D24-E028-4C0F-A5D8-E69D3034D011}" destId="{9CB32483-B33A-4E87-AEDF-55A4FDC414F6}" srcOrd="0" destOrd="2" presId="urn:microsoft.com/office/officeart/2018/5/layout/CenteredIconLabelDescriptionList"/>
    <dgm:cxn modelId="{C86832A6-6557-4F87-BCEC-5D39239DBEE4}" srcId="{DB5EE58E-E55A-4A27-90D1-8E091E097D4D}" destId="{31E10D32-4DA6-4807-8E37-02C1C46F0925}" srcOrd="0" destOrd="0" parTransId="{FE579FBA-F221-4FEE-9A5C-6A7323EDCBF1}" sibTransId="{13B851C1-9598-442C-9C7A-C59D1526A012}"/>
    <dgm:cxn modelId="{2FD720D2-6521-4599-8918-6A6FBC115CCA}" srcId="{748BAEE0-2DB0-4335-AA5D-B011DC3A0582}" destId="{DB5EE58E-E55A-4A27-90D1-8E091E097D4D}" srcOrd="1" destOrd="0" parTransId="{1720B4E4-D4B5-4D26-ACB3-A2C0A3304C22}" sibTransId="{6ADB1EE3-7D9C-47FB-BD87-D1C28DF5D234}"/>
    <dgm:cxn modelId="{AADF73D9-0002-4DFA-9D52-DD0197D29B36}" srcId="{DB5EE58E-E55A-4A27-90D1-8E091E097D4D}" destId="{485A3D24-E028-4C0F-A5D8-E69D3034D011}" srcOrd="2" destOrd="0" parTransId="{55C8FD4C-DA08-4688-9638-6D87DD77EF29}" sibTransId="{31E0AA42-3D87-4A34-AAD9-0DE406809190}"/>
    <dgm:cxn modelId="{FBA2CFE8-D6AB-4609-8181-8B790D103004}" type="presOf" srcId="{27C64FFC-3E5A-4C78-B6CC-5162887BFB5A}" destId="{75FDBC34-98CC-4E1C-A088-5BA305182935}" srcOrd="0" destOrd="0" presId="urn:microsoft.com/office/officeart/2018/5/layout/CenteredIconLabelDescriptionList"/>
    <dgm:cxn modelId="{282F05ED-92A7-45C5-BBF7-034A492A5891}" srcId="{DB5EE58E-E55A-4A27-90D1-8E091E097D4D}" destId="{B1792B5E-7A14-40DF-9EED-46B9F41B28BD}" srcOrd="1" destOrd="0" parTransId="{8E79848C-79A0-470C-A66B-8DD003AA34FB}" sibTransId="{C850552C-2AB3-4962-AE4D-7E431D3E64DE}"/>
    <dgm:cxn modelId="{EB2951FE-8D72-489A-8171-EDA9FADA21BC}" srcId="{748BAEE0-2DB0-4335-AA5D-B011DC3A0582}" destId="{27C64FFC-3E5A-4C78-B6CC-5162887BFB5A}" srcOrd="0" destOrd="0" parTransId="{DA975EEF-5706-4D5E-B375-36D6B6C060ED}" sibTransId="{CDA352A5-B08B-4293-AA40-57C01E94F593}"/>
    <dgm:cxn modelId="{84189EA8-B1A9-4C36-9806-ABF6648FD880}" type="presParOf" srcId="{02E614C8-71F4-45D7-8626-082885DC04D7}" destId="{115F0D7C-8730-442F-9786-79851AEFC448}" srcOrd="0" destOrd="0" presId="urn:microsoft.com/office/officeart/2018/5/layout/CenteredIconLabelDescriptionList"/>
    <dgm:cxn modelId="{9C3A3144-BFA3-46D7-B002-22ADF8986FAA}" type="presParOf" srcId="{115F0D7C-8730-442F-9786-79851AEFC448}" destId="{5F87BCB7-E7E3-4D64-9B9E-2923FF664D4C}" srcOrd="0" destOrd="0" presId="urn:microsoft.com/office/officeart/2018/5/layout/CenteredIconLabelDescriptionList"/>
    <dgm:cxn modelId="{7DD96A47-7C1C-40BD-AE84-E575BB936B86}" type="presParOf" srcId="{115F0D7C-8730-442F-9786-79851AEFC448}" destId="{5EDD8AAD-ED6B-418D-B0D0-A810C9AE6026}" srcOrd="1" destOrd="0" presId="urn:microsoft.com/office/officeart/2018/5/layout/CenteredIconLabelDescriptionList"/>
    <dgm:cxn modelId="{C74CC0F3-B531-4321-9BBF-908EC0BD1925}" type="presParOf" srcId="{115F0D7C-8730-442F-9786-79851AEFC448}" destId="{75FDBC34-98CC-4E1C-A088-5BA305182935}" srcOrd="2" destOrd="0" presId="urn:microsoft.com/office/officeart/2018/5/layout/CenteredIconLabelDescriptionList"/>
    <dgm:cxn modelId="{CB0E77AA-03AE-4F8F-8D9C-4A1097B1A254}" type="presParOf" srcId="{115F0D7C-8730-442F-9786-79851AEFC448}" destId="{682908AA-85D8-4218-9893-8400D1801403}" srcOrd="3" destOrd="0" presId="urn:microsoft.com/office/officeart/2018/5/layout/CenteredIconLabelDescriptionList"/>
    <dgm:cxn modelId="{53DE80FA-5FBF-404A-A0A1-AEDF2AE2CEBF}" type="presParOf" srcId="{115F0D7C-8730-442F-9786-79851AEFC448}" destId="{7E119BE0-00ED-46E4-813C-9082E5632432}" srcOrd="4" destOrd="0" presId="urn:microsoft.com/office/officeart/2018/5/layout/CenteredIconLabelDescriptionList"/>
    <dgm:cxn modelId="{9F52ACF5-D3B4-4664-8312-77ED7F5B612B}" type="presParOf" srcId="{02E614C8-71F4-45D7-8626-082885DC04D7}" destId="{413A0692-AEB6-4CA1-B95E-63DDEAF089D9}" srcOrd="1" destOrd="0" presId="urn:microsoft.com/office/officeart/2018/5/layout/CenteredIconLabelDescriptionList"/>
    <dgm:cxn modelId="{4A138441-81FF-4FBA-A883-275AEE1D9502}" type="presParOf" srcId="{02E614C8-71F4-45D7-8626-082885DC04D7}" destId="{4BDCA4F2-7186-42B6-8C1B-A3BA9BD195C7}" srcOrd="2" destOrd="0" presId="urn:microsoft.com/office/officeart/2018/5/layout/CenteredIconLabelDescriptionList"/>
    <dgm:cxn modelId="{AF2E31C9-B888-42C7-8F01-01569691F6EE}" type="presParOf" srcId="{4BDCA4F2-7186-42B6-8C1B-A3BA9BD195C7}" destId="{E59FB9B9-8371-4C73-82BA-323CD2879C61}" srcOrd="0" destOrd="0" presId="urn:microsoft.com/office/officeart/2018/5/layout/CenteredIconLabelDescriptionList"/>
    <dgm:cxn modelId="{1E4D61A8-477B-4AEA-BA2F-146CEE693B05}" type="presParOf" srcId="{4BDCA4F2-7186-42B6-8C1B-A3BA9BD195C7}" destId="{26A7EAB2-E8B4-4265-A355-E9370102A25A}" srcOrd="1" destOrd="0" presId="urn:microsoft.com/office/officeart/2018/5/layout/CenteredIconLabelDescriptionList"/>
    <dgm:cxn modelId="{33AF8820-3CA0-4BFB-B704-278FD60F8684}" type="presParOf" srcId="{4BDCA4F2-7186-42B6-8C1B-A3BA9BD195C7}" destId="{A5A53E02-844A-4382-8DE6-AB869FD4F4FE}" srcOrd="2" destOrd="0" presId="urn:microsoft.com/office/officeart/2018/5/layout/CenteredIconLabelDescriptionList"/>
    <dgm:cxn modelId="{C60EB5FA-0B13-48EC-9B6D-517455360D43}" type="presParOf" srcId="{4BDCA4F2-7186-42B6-8C1B-A3BA9BD195C7}" destId="{885CDC40-2E5D-424B-A58B-F1F84A0414E4}" srcOrd="3" destOrd="0" presId="urn:microsoft.com/office/officeart/2018/5/layout/CenteredIconLabelDescriptionList"/>
    <dgm:cxn modelId="{2C07FFAA-F2CC-48DA-9DA3-F49B0DA17FD6}" type="presParOf" srcId="{4BDCA4F2-7186-42B6-8C1B-A3BA9BD195C7}" destId="{9CB32483-B33A-4E87-AEDF-55A4FDC414F6}" srcOrd="4" destOrd="0" presId="urn:microsoft.com/office/officeart/2018/5/layout/CenteredIconLabelDescription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EDA79AE-E0E6-4532-B962-8CAB58308F06}" type="doc">
      <dgm:prSet loTypeId="urn:microsoft.com/office/officeart/2016/7/layout/BasicLinearProcessNumbered" loCatId="process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D3CE27CC-8BCF-4215-9461-17FC4453DD82}">
      <dgm:prSet/>
      <dgm:spPr/>
      <dgm:t>
        <a:bodyPr/>
        <a:lstStyle/>
        <a:p>
          <a:r>
            <a:rPr lang="en-GB"/>
            <a:t>Students are very likely to distract themselves during revision</a:t>
          </a:r>
          <a:endParaRPr lang="en-US"/>
        </a:p>
      </dgm:t>
    </dgm:pt>
    <dgm:pt modelId="{1E32D406-0C62-4729-88C9-B50955DB8D00}" type="parTrans" cxnId="{4049A362-F82C-4984-B547-BEB58B169481}">
      <dgm:prSet/>
      <dgm:spPr/>
      <dgm:t>
        <a:bodyPr/>
        <a:lstStyle/>
        <a:p>
          <a:endParaRPr lang="en-US"/>
        </a:p>
      </dgm:t>
    </dgm:pt>
    <dgm:pt modelId="{1377D8C4-8F02-4AE7-AC5B-501386DD4903}" type="sibTrans" cxnId="{4049A362-F82C-4984-B547-BEB58B169481}">
      <dgm:prSet phldrT="1"/>
      <dgm:spPr/>
      <dgm:t>
        <a:bodyPr/>
        <a:lstStyle/>
        <a:p>
          <a:r>
            <a:rPr lang="en-US"/>
            <a:t>1</a:t>
          </a:r>
        </a:p>
      </dgm:t>
    </dgm:pt>
    <dgm:pt modelId="{3FD538C3-7AFC-468B-A98E-C3592F324B78}">
      <dgm:prSet/>
      <dgm:spPr/>
      <dgm:t>
        <a:bodyPr/>
        <a:lstStyle/>
        <a:p>
          <a:r>
            <a:rPr lang="en-GB"/>
            <a:t>They may also struggle to find one, or get bored easily</a:t>
          </a:r>
          <a:endParaRPr lang="en-US"/>
        </a:p>
      </dgm:t>
    </dgm:pt>
    <dgm:pt modelId="{0F1CDA59-4EB1-41B0-87A1-86EBDBA73DAD}" type="parTrans" cxnId="{2EDB45A4-9AE8-4FBB-B102-5052FB6C769A}">
      <dgm:prSet/>
      <dgm:spPr/>
      <dgm:t>
        <a:bodyPr/>
        <a:lstStyle/>
        <a:p>
          <a:endParaRPr lang="en-US"/>
        </a:p>
      </dgm:t>
    </dgm:pt>
    <dgm:pt modelId="{FB126CD5-623E-4B1F-A9AA-0A640337B50C}" type="sibTrans" cxnId="{2EDB45A4-9AE8-4FBB-B102-5052FB6C769A}">
      <dgm:prSet phldrT="2"/>
      <dgm:spPr/>
      <dgm:t>
        <a:bodyPr/>
        <a:lstStyle/>
        <a:p>
          <a:r>
            <a:rPr lang="en-US"/>
            <a:t>2</a:t>
          </a:r>
        </a:p>
      </dgm:t>
    </dgm:pt>
    <dgm:pt modelId="{F8861C5F-D76A-4C66-97EB-008920C20486}">
      <dgm:prSet/>
      <dgm:spPr/>
      <dgm:t>
        <a:bodyPr/>
        <a:lstStyle/>
        <a:p>
          <a:r>
            <a:rPr lang="en-GB"/>
            <a:t>The idea – provide students with an incentive to make revision fun and return to study</a:t>
          </a:r>
          <a:endParaRPr lang="en-US"/>
        </a:p>
      </dgm:t>
    </dgm:pt>
    <dgm:pt modelId="{EC4D4F5A-CDE9-4E49-95A2-4E3599C603C7}" type="parTrans" cxnId="{5A465344-0588-44EE-A02E-04BB9B7AAFB4}">
      <dgm:prSet/>
      <dgm:spPr/>
      <dgm:t>
        <a:bodyPr/>
        <a:lstStyle/>
        <a:p>
          <a:endParaRPr lang="en-US"/>
        </a:p>
      </dgm:t>
    </dgm:pt>
    <dgm:pt modelId="{0F9F6D65-FDEB-48C1-B5D9-E248AE3EF58B}" type="sibTrans" cxnId="{5A465344-0588-44EE-A02E-04BB9B7AAFB4}">
      <dgm:prSet phldrT="3"/>
      <dgm:spPr/>
      <dgm:t>
        <a:bodyPr/>
        <a:lstStyle/>
        <a:p>
          <a:r>
            <a:rPr lang="en-US"/>
            <a:t>3</a:t>
          </a:r>
        </a:p>
      </dgm:t>
    </dgm:pt>
    <dgm:pt modelId="{E944B73F-FCE7-48F1-99A0-EE1E3F5E63EA}">
      <dgm:prSet/>
      <dgm:spPr/>
      <dgm:t>
        <a:bodyPr/>
        <a:lstStyle/>
        <a:p>
          <a:r>
            <a:rPr lang="en-GB"/>
            <a:t>Achieved by using their competitive side</a:t>
          </a:r>
          <a:endParaRPr lang="en-US"/>
        </a:p>
      </dgm:t>
    </dgm:pt>
    <dgm:pt modelId="{856E092C-0B30-498F-8423-42FA1190BA79}" type="parTrans" cxnId="{BE9B7640-18FF-4FB4-8F20-B0A66F4E62B7}">
      <dgm:prSet/>
      <dgm:spPr/>
      <dgm:t>
        <a:bodyPr/>
        <a:lstStyle/>
        <a:p>
          <a:endParaRPr lang="en-US"/>
        </a:p>
      </dgm:t>
    </dgm:pt>
    <dgm:pt modelId="{9212B355-769F-4657-8910-F50A83549E82}" type="sibTrans" cxnId="{BE9B7640-18FF-4FB4-8F20-B0A66F4E62B7}">
      <dgm:prSet phldrT="4"/>
      <dgm:spPr/>
      <dgm:t>
        <a:bodyPr/>
        <a:lstStyle/>
        <a:p>
          <a:r>
            <a:rPr lang="en-US"/>
            <a:t>4</a:t>
          </a:r>
        </a:p>
      </dgm:t>
    </dgm:pt>
    <dgm:pt modelId="{A98DB361-5F5B-4BDD-8547-B631E1322F14}">
      <dgm:prSet/>
      <dgm:spPr/>
      <dgm:t>
        <a:bodyPr/>
        <a:lstStyle/>
        <a:p>
          <a:r>
            <a:rPr lang="en-GB"/>
            <a:t>Turning revision into a competition</a:t>
          </a:r>
          <a:endParaRPr lang="en-US"/>
        </a:p>
      </dgm:t>
    </dgm:pt>
    <dgm:pt modelId="{555E8B21-0181-412F-AE39-93034374C39C}" type="parTrans" cxnId="{552BA540-0FEE-4B29-9776-F5BE713D1DA0}">
      <dgm:prSet/>
      <dgm:spPr/>
      <dgm:t>
        <a:bodyPr/>
        <a:lstStyle/>
        <a:p>
          <a:endParaRPr lang="en-US"/>
        </a:p>
      </dgm:t>
    </dgm:pt>
    <dgm:pt modelId="{C979D75F-EA85-4DAF-9175-A96DF2262945}" type="sibTrans" cxnId="{552BA540-0FEE-4B29-9776-F5BE713D1DA0}">
      <dgm:prSet/>
      <dgm:spPr/>
      <dgm:t>
        <a:bodyPr/>
        <a:lstStyle/>
        <a:p>
          <a:endParaRPr lang="en-US"/>
        </a:p>
      </dgm:t>
    </dgm:pt>
    <dgm:pt modelId="{1E62829F-E63B-40A1-8E6C-3B30D5ED63D7}" type="pres">
      <dgm:prSet presAssocID="{8EDA79AE-E0E6-4532-B962-8CAB58308F06}" presName="Name0" presStyleCnt="0">
        <dgm:presLayoutVars>
          <dgm:animLvl val="lvl"/>
          <dgm:resizeHandles val="exact"/>
        </dgm:presLayoutVars>
      </dgm:prSet>
      <dgm:spPr/>
    </dgm:pt>
    <dgm:pt modelId="{2B2FB3C3-FC90-461D-A7D3-BA3D6EAC4988}" type="pres">
      <dgm:prSet presAssocID="{D3CE27CC-8BCF-4215-9461-17FC4453DD82}" presName="compositeNode" presStyleCnt="0">
        <dgm:presLayoutVars>
          <dgm:bulletEnabled val="1"/>
        </dgm:presLayoutVars>
      </dgm:prSet>
      <dgm:spPr/>
    </dgm:pt>
    <dgm:pt modelId="{58B66CF1-AE87-47F8-BB70-926EAA63D425}" type="pres">
      <dgm:prSet presAssocID="{D3CE27CC-8BCF-4215-9461-17FC4453DD82}" presName="bgRect" presStyleLbl="bgAccFollowNode1" presStyleIdx="0" presStyleCnt="4"/>
      <dgm:spPr/>
    </dgm:pt>
    <dgm:pt modelId="{28E99E86-DB17-495B-83BC-81434D1C3599}" type="pres">
      <dgm:prSet presAssocID="{1377D8C4-8F02-4AE7-AC5B-501386DD4903}" presName="sibTransNodeCircle" presStyleLbl="alignNode1" presStyleIdx="0" presStyleCnt="8">
        <dgm:presLayoutVars>
          <dgm:chMax val="0"/>
          <dgm:bulletEnabled/>
        </dgm:presLayoutVars>
      </dgm:prSet>
      <dgm:spPr/>
    </dgm:pt>
    <dgm:pt modelId="{EA9BD1AF-B094-40CB-A256-212FCF471D2E}" type="pres">
      <dgm:prSet presAssocID="{D3CE27CC-8BCF-4215-9461-17FC4453DD82}" presName="bottomLine" presStyleLbl="alignNode1" presStyleIdx="1" presStyleCnt="8">
        <dgm:presLayoutVars/>
      </dgm:prSet>
      <dgm:spPr/>
    </dgm:pt>
    <dgm:pt modelId="{A103D2E7-AE5B-4B7D-9591-6DAC2AD932AA}" type="pres">
      <dgm:prSet presAssocID="{D3CE27CC-8BCF-4215-9461-17FC4453DD82}" presName="nodeText" presStyleLbl="bgAccFollowNode1" presStyleIdx="0" presStyleCnt="4">
        <dgm:presLayoutVars>
          <dgm:bulletEnabled val="1"/>
        </dgm:presLayoutVars>
      </dgm:prSet>
      <dgm:spPr/>
    </dgm:pt>
    <dgm:pt modelId="{B9128A4C-7FA4-4AAD-9ADA-F6AFA897B4E0}" type="pres">
      <dgm:prSet presAssocID="{1377D8C4-8F02-4AE7-AC5B-501386DD4903}" presName="sibTrans" presStyleCnt="0"/>
      <dgm:spPr/>
    </dgm:pt>
    <dgm:pt modelId="{64B0D4B8-327B-4EC1-B607-9FE8AB412E0E}" type="pres">
      <dgm:prSet presAssocID="{3FD538C3-7AFC-468B-A98E-C3592F324B78}" presName="compositeNode" presStyleCnt="0">
        <dgm:presLayoutVars>
          <dgm:bulletEnabled val="1"/>
        </dgm:presLayoutVars>
      </dgm:prSet>
      <dgm:spPr/>
    </dgm:pt>
    <dgm:pt modelId="{71ACD07E-5C5C-4127-82E6-825FD6C048C1}" type="pres">
      <dgm:prSet presAssocID="{3FD538C3-7AFC-468B-A98E-C3592F324B78}" presName="bgRect" presStyleLbl="bgAccFollowNode1" presStyleIdx="1" presStyleCnt="4"/>
      <dgm:spPr/>
    </dgm:pt>
    <dgm:pt modelId="{8C98C6A0-47E1-40AD-A3E7-9B666AB0C5F5}" type="pres">
      <dgm:prSet presAssocID="{FB126CD5-623E-4B1F-A9AA-0A640337B50C}" presName="sibTransNodeCircle" presStyleLbl="alignNode1" presStyleIdx="2" presStyleCnt="8">
        <dgm:presLayoutVars>
          <dgm:chMax val="0"/>
          <dgm:bulletEnabled/>
        </dgm:presLayoutVars>
      </dgm:prSet>
      <dgm:spPr/>
    </dgm:pt>
    <dgm:pt modelId="{2CE8BB85-B0DE-41EC-9ECC-16E6E5A24B03}" type="pres">
      <dgm:prSet presAssocID="{3FD538C3-7AFC-468B-A98E-C3592F324B78}" presName="bottomLine" presStyleLbl="alignNode1" presStyleIdx="3" presStyleCnt="8">
        <dgm:presLayoutVars/>
      </dgm:prSet>
      <dgm:spPr/>
    </dgm:pt>
    <dgm:pt modelId="{783CF98B-98D4-4F58-BC17-13C7C40A6442}" type="pres">
      <dgm:prSet presAssocID="{3FD538C3-7AFC-468B-A98E-C3592F324B78}" presName="nodeText" presStyleLbl="bgAccFollowNode1" presStyleIdx="1" presStyleCnt="4">
        <dgm:presLayoutVars>
          <dgm:bulletEnabled val="1"/>
        </dgm:presLayoutVars>
      </dgm:prSet>
      <dgm:spPr/>
    </dgm:pt>
    <dgm:pt modelId="{D7D33CBF-A782-407E-9D6F-04E12E84B0DE}" type="pres">
      <dgm:prSet presAssocID="{FB126CD5-623E-4B1F-A9AA-0A640337B50C}" presName="sibTrans" presStyleCnt="0"/>
      <dgm:spPr/>
    </dgm:pt>
    <dgm:pt modelId="{9ECD02B2-BC31-4BB1-99DC-0ED7C887B9F4}" type="pres">
      <dgm:prSet presAssocID="{F8861C5F-D76A-4C66-97EB-008920C20486}" presName="compositeNode" presStyleCnt="0">
        <dgm:presLayoutVars>
          <dgm:bulletEnabled val="1"/>
        </dgm:presLayoutVars>
      </dgm:prSet>
      <dgm:spPr/>
    </dgm:pt>
    <dgm:pt modelId="{CC955205-0AFE-4FFA-9761-717C3A20BA31}" type="pres">
      <dgm:prSet presAssocID="{F8861C5F-D76A-4C66-97EB-008920C20486}" presName="bgRect" presStyleLbl="bgAccFollowNode1" presStyleIdx="2" presStyleCnt="4"/>
      <dgm:spPr/>
    </dgm:pt>
    <dgm:pt modelId="{BD8B359F-68C6-4C65-B5BE-ECA982C2DC8C}" type="pres">
      <dgm:prSet presAssocID="{0F9F6D65-FDEB-48C1-B5D9-E248AE3EF58B}" presName="sibTransNodeCircle" presStyleLbl="alignNode1" presStyleIdx="4" presStyleCnt="8">
        <dgm:presLayoutVars>
          <dgm:chMax val="0"/>
          <dgm:bulletEnabled/>
        </dgm:presLayoutVars>
      </dgm:prSet>
      <dgm:spPr/>
    </dgm:pt>
    <dgm:pt modelId="{8FB8042C-C191-4F7B-9AFF-769D17D7DCB3}" type="pres">
      <dgm:prSet presAssocID="{F8861C5F-D76A-4C66-97EB-008920C20486}" presName="bottomLine" presStyleLbl="alignNode1" presStyleIdx="5" presStyleCnt="8">
        <dgm:presLayoutVars/>
      </dgm:prSet>
      <dgm:spPr/>
    </dgm:pt>
    <dgm:pt modelId="{75CEBB07-7B1E-4073-9B51-A875FD7FA8B4}" type="pres">
      <dgm:prSet presAssocID="{F8861C5F-D76A-4C66-97EB-008920C20486}" presName="nodeText" presStyleLbl="bgAccFollowNode1" presStyleIdx="2" presStyleCnt="4">
        <dgm:presLayoutVars>
          <dgm:bulletEnabled val="1"/>
        </dgm:presLayoutVars>
      </dgm:prSet>
      <dgm:spPr/>
    </dgm:pt>
    <dgm:pt modelId="{BA7CB3C1-B85D-4CD3-B6C6-4D719BB1CBFB}" type="pres">
      <dgm:prSet presAssocID="{0F9F6D65-FDEB-48C1-B5D9-E248AE3EF58B}" presName="sibTrans" presStyleCnt="0"/>
      <dgm:spPr/>
    </dgm:pt>
    <dgm:pt modelId="{EE4AB79D-F238-400E-A0A6-6B68E30B4BE3}" type="pres">
      <dgm:prSet presAssocID="{E944B73F-FCE7-48F1-99A0-EE1E3F5E63EA}" presName="compositeNode" presStyleCnt="0">
        <dgm:presLayoutVars>
          <dgm:bulletEnabled val="1"/>
        </dgm:presLayoutVars>
      </dgm:prSet>
      <dgm:spPr/>
    </dgm:pt>
    <dgm:pt modelId="{01E12256-1EBE-432E-865F-E9D10861CF0B}" type="pres">
      <dgm:prSet presAssocID="{E944B73F-FCE7-48F1-99A0-EE1E3F5E63EA}" presName="bgRect" presStyleLbl="bgAccFollowNode1" presStyleIdx="3" presStyleCnt="4"/>
      <dgm:spPr/>
    </dgm:pt>
    <dgm:pt modelId="{276A1B7E-4B93-4531-A3D8-F0CF495C9684}" type="pres">
      <dgm:prSet presAssocID="{9212B355-769F-4657-8910-F50A83549E82}" presName="sibTransNodeCircle" presStyleLbl="alignNode1" presStyleIdx="6" presStyleCnt="8">
        <dgm:presLayoutVars>
          <dgm:chMax val="0"/>
          <dgm:bulletEnabled/>
        </dgm:presLayoutVars>
      </dgm:prSet>
      <dgm:spPr/>
    </dgm:pt>
    <dgm:pt modelId="{7D9D54FF-E0CF-44D6-B567-B9A1C0D66C84}" type="pres">
      <dgm:prSet presAssocID="{E944B73F-FCE7-48F1-99A0-EE1E3F5E63EA}" presName="bottomLine" presStyleLbl="alignNode1" presStyleIdx="7" presStyleCnt="8">
        <dgm:presLayoutVars/>
      </dgm:prSet>
      <dgm:spPr/>
    </dgm:pt>
    <dgm:pt modelId="{FE7A5DE3-D2EC-4576-807B-840786080347}" type="pres">
      <dgm:prSet presAssocID="{E944B73F-FCE7-48F1-99A0-EE1E3F5E63EA}" presName="nodeText" presStyleLbl="bgAccFollowNode1" presStyleIdx="3" presStyleCnt="4">
        <dgm:presLayoutVars>
          <dgm:bulletEnabled val="1"/>
        </dgm:presLayoutVars>
      </dgm:prSet>
      <dgm:spPr/>
    </dgm:pt>
  </dgm:ptLst>
  <dgm:cxnLst>
    <dgm:cxn modelId="{BC9ED037-BEF6-4B62-9F83-65627A6C4B36}" type="presOf" srcId="{3FD538C3-7AFC-468B-A98E-C3592F324B78}" destId="{783CF98B-98D4-4F58-BC17-13C7C40A6442}" srcOrd="1" destOrd="0" presId="urn:microsoft.com/office/officeart/2016/7/layout/BasicLinearProcessNumbered"/>
    <dgm:cxn modelId="{BE9B7640-18FF-4FB4-8F20-B0A66F4E62B7}" srcId="{8EDA79AE-E0E6-4532-B962-8CAB58308F06}" destId="{E944B73F-FCE7-48F1-99A0-EE1E3F5E63EA}" srcOrd="3" destOrd="0" parTransId="{856E092C-0B30-498F-8423-42FA1190BA79}" sibTransId="{9212B355-769F-4657-8910-F50A83549E82}"/>
    <dgm:cxn modelId="{552BA540-0FEE-4B29-9776-F5BE713D1DA0}" srcId="{E944B73F-FCE7-48F1-99A0-EE1E3F5E63EA}" destId="{A98DB361-5F5B-4BDD-8547-B631E1322F14}" srcOrd="0" destOrd="0" parTransId="{555E8B21-0181-412F-AE39-93034374C39C}" sibTransId="{C979D75F-EA85-4DAF-9175-A96DF2262945}"/>
    <dgm:cxn modelId="{4049A362-F82C-4984-B547-BEB58B169481}" srcId="{8EDA79AE-E0E6-4532-B962-8CAB58308F06}" destId="{D3CE27CC-8BCF-4215-9461-17FC4453DD82}" srcOrd="0" destOrd="0" parTransId="{1E32D406-0C62-4729-88C9-B50955DB8D00}" sibTransId="{1377D8C4-8F02-4AE7-AC5B-501386DD4903}"/>
    <dgm:cxn modelId="{5A465344-0588-44EE-A02E-04BB9B7AAFB4}" srcId="{8EDA79AE-E0E6-4532-B962-8CAB58308F06}" destId="{F8861C5F-D76A-4C66-97EB-008920C20486}" srcOrd="2" destOrd="0" parTransId="{EC4D4F5A-CDE9-4E49-95A2-4E3599C603C7}" sibTransId="{0F9F6D65-FDEB-48C1-B5D9-E248AE3EF58B}"/>
    <dgm:cxn modelId="{34AE8D44-F3CE-4065-AD78-D694FCDE6BBE}" type="presOf" srcId="{9212B355-769F-4657-8910-F50A83549E82}" destId="{276A1B7E-4B93-4531-A3D8-F0CF495C9684}" srcOrd="0" destOrd="0" presId="urn:microsoft.com/office/officeart/2016/7/layout/BasicLinearProcessNumbered"/>
    <dgm:cxn modelId="{B0B5EA52-5A88-4A7A-BA09-A2F5C218997E}" type="presOf" srcId="{8EDA79AE-E0E6-4532-B962-8CAB58308F06}" destId="{1E62829F-E63B-40A1-8E6C-3B30D5ED63D7}" srcOrd="0" destOrd="0" presId="urn:microsoft.com/office/officeart/2016/7/layout/BasicLinearProcessNumbered"/>
    <dgm:cxn modelId="{4A682984-1FBB-4873-AACB-992B2823F681}" type="presOf" srcId="{F8861C5F-D76A-4C66-97EB-008920C20486}" destId="{75CEBB07-7B1E-4073-9B51-A875FD7FA8B4}" srcOrd="1" destOrd="0" presId="urn:microsoft.com/office/officeart/2016/7/layout/BasicLinearProcessNumbered"/>
    <dgm:cxn modelId="{8EB1F588-C39A-4A6E-93E7-6DD1E572C198}" type="presOf" srcId="{E944B73F-FCE7-48F1-99A0-EE1E3F5E63EA}" destId="{FE7A5DE3-D2EC-4576-807B-840786080347}" srcOrd="1" destOrd="0" presId="urn:microsoft.com/office/officeart/2016/7/layout/BasicLinearProcessNumbered"/>
    <dgm:cxn modelId="{27600F8E-07DE-4096-B831-A397C5809AB0}" type="presOf" srcId="{1377D8C4-8F02-4AE7-AC5B-501386DD4903}" destId="{28E99E86-DB17-495B-83BC-81434D1C3599}" srcOrd="0" destOrd="0" presId="urn:microsoft.com/office/officeart/2016/7/layout/BasicLinearProcessNumbered"/>
    <dgm:cxn modelId="{3B4C0995-D81F-4278-BC64-84A10F28C255}" type="presOf" srcId="{A98DB361-5F5B-4BDD-8547-B631E1322F14}" destId="{FE7A5DE3-D2EC-4576-807B-840786080347}" srcOrd="0" destOrd="1" presId="urn:microsoft.com/office/officeart/2016/7/layout/BasicLinearProcessNumbered"/>
    <dgm:cxn modelId="{AEE91895-0A1F-4D89-8BF2-F126D16F95F6}" type="presOf" srcId="{0F9F6D65-FDEB-48C1-B5D9-E248AE3EF58B}" destId="{BD8B359F-68C6-4C65-B5BE-ECA982C2DC8C}" srcOrd="0" destOrd="0" presId="urn:microsoft.com/office/officeart/2016/7/layout/BasicLinearProcessNumbered"/>
    <dgm:cxn modelId="{A68CBD9A-E19F-4552-9D85-2D4B4A4988D9}" type="presOf" srcId="{F8861C5F-D76A-4C66-97EB-008920C20486}" destId="{CC955205-0AFE-4FFA-9761-717C3A20BA31}" srcOrd="0" destOrd="0" presId="urn:microsoft.com/office/officeart/2016/7/layout/BasicLinearProcessNumbered"/>
    <dgm:cxn modelId="{2EDB45A4-9AE8-4FBB-B102-5052FB6C769A}" srcId="{8EDA79AE-E0E6-4532-B962-8CAB58308F06}" destId="{3FD538C3-7AFC-468B-A98E-C3592F324B78}" srcOrd="1" destOrd="0" parTransId="{0F1CDA59-4EB1-41B0-87A1-86EBDBA73DAD}" sibTransId="{FB126CD5-623E-4B1F-A9AA-0A640337B50C}"/>
    <dgm:cxn modelId="{E7EB6EB8-6438-4F63-82E0-AFA9F90C1734}" type="presOf" srcId="{3FD538C3-7AFC-468B-A98E-C3592F324B78}" destId="{71ACD07E-5C5C-4127-82E6-825FD6C048C1}" srcOrd="0" destOrd="0" presId="urn:microsoft.com/office/officeart/2016/7/layout/BasicLinearProcessNumbered"/>
    <dgm:cxn modelId="{8E79EEC9-F40D-4F28-B880-EB007D5A5B36}" type="presOf" srcId="{D3CE27CC-8BCF-4215-9461-17FC4453DD82}" destId="{A103D2E7-AE5B-4B7D-9591-6DAC2AD932AA}" srcOrd="1" destOrd="0" presId="urn:microsoft.com/office/officeart/2016/7/layout/BasicLinearProcessNumbered"/>
    <dgm:cxn modelId="{397FD8D7-E82D-49EE-ACAC-74CDF5B1EEF2}" type="presOf" srcId="{D3CE27CC-8BCF-4215-9461-17FC4453DD82}" destId="{58B66CF1-AE87-47F8-BB70-926EAA63D425}" srcOrd="0" destOrd="0" presId="urn:microsoft.com/office/officeart/2016/7/layout/BasicLinearProcessNumbered"/>
    <dgm:cxn modelId="{50A860E9-9AE7-4936-A74D-7CA727ED0A38}" type="presOf" srcId="{FB126CD5-623E-4B1F-A9AA-0A640337B50C}" destId="{8C98C6A0-47E1-40AD-A3E7-9B666AB0C5F5}" srcOrd="0" destOrd="0" presId="urn:microsoft.com/office/officeart/2016/7/layout/BasicLinearProcessNumbered"/>
    <dgm:cxn modelId="{DF7CA5F1-CCFB-4EE9-9E2F-7278291984B6}" type="presOf" srcId="{E944B73F-FCE7-48F1-99A0-EE1E3F5E63EA}" destId="{01E12256-1EBE-432E-865F-E9D10861CF0B}" srcOrd="0" destOrd="0" presId="urn:microsoft.com/office/officeart/2016/7/layout/BasicLinearProcessNumbered"/>
    <dgm:cxn modelId="{809FDB74-99DB-491B-A541-82C4BFBF3C00}" type="presParOf" srcId="{1E62829F-E63B-40A1-8E6C-3B30D5ED63D7}" destId="{2B2FB3C3-FC90-461D-A7D3-BA3D6EAC4988}" srcOrd="0" destOrd="0" presId="urn:microsoft.com/office/officeart/2016/7/layout/BasicLinearProcessNumbered"/>
    <dgm:cxn modelId="{88A98E91-CD0F-4245-B68C-7BBA24AD8827}" type="presParOf" srcId="{2B2FB3C3-FC90-461D-A7D3-BA3D6EAC4988}" destId="{58B66CF1-AE87-47F8-BB70-926EAA63D425}" srcOrd="0" destOrd="0" presId="urn:microsoft.com/office/officeart/2016/7/layout/BasicLinearProcessNumbered"/>
    <dgm:cxn modelId="{BDA2E426-7385-4E73-BE9E-1BD76E0A34AA}" type="presParOf" srcId="{2B2FB3C3-FC90-461D-A7D3-BA3D6EAC4988}" destId="{28E99E86-DB17-495B-83BC-81434D1C3599}" srcOrd="1" destOrd="0" presId="urn:microsoft.com/office/officeart/2016/7/layout/BasicLinearProcessNumbered"/>
    <dgm:cxn modelId="{FEFE2305-07B1-47CD-90A9-DC7450AD5400}" type="presParOf" srcId="{2B2FB3C3-FC90-461D-A7D3-BA3D6EAC4988}" destId="{EA9BD1AF-B094-40CB-A256-212FCF471D2E}" srcOrd="2" destOrd="0" presId="urn:microsoft.com/office/officeart/2016/7/layout/BasicLinearProcessNumbered"/>
    <dgm:cxn modelId="{6FD90980-EB94-4E72-9646-2B2FC1953359}" type="presParOf" srcId="{2B2FB3C3-FC90-461D-A7D3-BA3D6EAC4988}" destId="{A103D2E7-AE5B-4B7D-9591-6DAC2AD932AA}" srcOrd="3" destOrd="0" presId="urn:microsoft.com/office/officeart/2016/7/layout/BasicLinearProcessNumbered"/>
    <dgm:cxn modelId="{AD229EAD-6772-4FE0-B297-C10E305145A9}" type="presParOf" srcId="{1E62829F-E63B-40A1-8E6C-3B30D5ED63D7}" destId="{B9128A4C-7FA4-4AAD-9ADA-F6AFA897B4E0}" srcOrd="1" destOrd="0" presId="urn:microsoft.com/office/officeart/2016/7/layout/BasicLinearProcessNumbered"/>
    <dgm:cxn modelId="{3764FB5D-5988-4E71-8063-5EC02352536D}" type="presParOf" srcId="{1E62829F-E63B-40A1-8E6C-3B30D5ED63D7}" destId="{64B0D4B8-327B-4EC1-B607-9FE8AB412E0E}" srcOrd="2" destOrd="0" presId="urn:microsoft.com/office/officeart/2016/7/layout/BasicLinearProcessNumbered"/>
    <dgm:cxn modelId="{E315799F-2325-4192-9917-4BAB1565584E}" type="presParOf" srcId="{64B0D4B8-327B-4EC1-B607-9FE8AB412E0E}" destId="{71ACD07E-5C5C-4127-82E6-825FD6C048C1}" srcOrd="0" destOrd="0" presId="urn:microsoft.com/office/officeart/2016/7/layout/BasicLinearProcessNumbered"/>
    <dgm:cxn modelId="{7BEDB8DD-E2FA-4283-9C95-59D354E4426E}" type="presParOf" srcId="{64B0D4B8-327B-4EC1-B607-9FE8AB412E0E}" destId="{8C98C6A0-47E1-40AD-A3E7-9B666AB0C5F5}" srcOrd="1" destOrd="0" presId="urn:microsoft.com/office/officeart/2016/7/layout/BasicLinearProcessNumbered"/>
    <dgm:cxn modelId="{63E57D41-81C1-4072-A6EA-5B8A251F4CF4}" type="presParOf" srcId="{64B0D4B8-327B-4EC1-B607-9FE8AB412E0E}" destId="{2CE8BB85-B0DE-41EC-9ECC-16E6E5A24B03}" srcOrd="2" destOrd="0" presId="urn:microsoft.com/office/officeart/2016/7/layout/BasicLinearProcessNumbered"/>
    <dgm:cxn modelId="{75B2CC58-A0B5-4294-A0B7-B0A5C870EE07}" type="presParOf" srcId="{64B0D4B8-327B-4EC1-B607-9FE8AB412E0E}" destId="{783CF98B-98D4-4F58-BC17-13C7C40A6442}" srcOrd="3" destOrd="0" presId="urn:microsoft.com/office/officeart/2016/7/layout/BasicLinearProcessNumbered"/>
    <dgm:cxn modelId="{AC366F29-2267-47DD-8B95-EBCDE09E2236}" type="presParOf" srcId="{1E62829F-E63B-40A1-8E6C-3B30D5ED63D7}" destId="{D7D33CBF-A782-407E-9D6F-04E12E84B0DE}" srcOrd="3" destOrd="0" presId="urn:microsoft.com/office/officeart/2016/7/layout/BasicLinearProcessNumbered"/>
    <dgm:cxn modelId="{35752753-FEC5-449C-9D9D-4E7B47CCBC3D}" type="presParOf" srcId="{1E62829F-E63B-40A1-8E6C-3B30D5ED63D7}" destId="{9ECD02B2-BC31-4BB1-99DC-0ED7C887B9F4}" srcOrd="4" destOrd="0" presId="urn:microsoft.com/office/officeart/2016/7/layout/BasicLinearProcessNumbered"/>
    <dgm:cxn modelId="{B50A4806-E93B-48BB-9EF2-13C8860CC192}" type="presParOf" srcId="{9ECD02B2-BC31-4BB1-99DC-0ED7C887B9F4}" destId="{CC955205-0AFE-4FFA-9761-717C3A20BA31}" srcOrd="0" destOrd="0" presId="urn:microsoft.com/office/officeart/2016/7/layout/BasicLinearProcessNumbered"/>
    <dgm:cxn modelId="{6C3597DF-0F8C-4DB6-AF61-837310563242}" type="presParOf" srcId="{9ECD02B2-BC31-4BB1-99DC-0ED7C887B9F4}" destId="{BD8B359F-68C6-4C65-B5BE-ECA982C2DC8C}" srcOrd="1" destOrd="0" presId="urn:microsoft.com/office/officeart/2016/7/layout/BasicLinearProcessNumbered"/>
    <dgm:cxn modelId="{276FCF17-0D86-481B-A3E0-9F1257064973}" type="presParOf" srcId="{9ECD02B2-BC31-4BB1-99DC-0ED7C887B9F4}" destId="{8FB8042C-C191-4F7B-9AFF-769D17D7DCB3}" srcOrd="2" destOrd="0" presId="urn:microsoft.com/office/officeart/2016/7/layout/BasicLinearProcessNumbered"/>
    <dgm:cxn modelId="{B239C285-B355-4D16-9826-84FB93DB1091}" type="presParOf" srcId="{9ECD02B2-BC31-4BB1-99DC-0ED7C887B9F4}" destId="{75CEBB07-7B1E-4073-9B51-A875FD7FA8B4}" srcOrd="3" destOrd="0" presId="urn:microsoft.com/office/officeart/2016/7/layout/BasicLinearProcessNumbered"/>
    <dgm:cxn modelId="{B324434C-68BD-464C-B4DD-ED4E67E05CFE}" type="presParOf" srcId="{1E62829F-E63B-40A1-8E6C-3B30D5ED63D7}" destId="{BA7CB3C1-B85D-4CD3-B6C6-4D719BB1CBFB}" srcOrd="5" destOrd="0" presId="urn:microsoft.com/office/officeart/2016/7/layout/BasicLinearProcessNumbered"/>
    <dgm:cxn modelId="{E645D151-E750-4D5A-9E9E-573E02C4B8B3}" type="presParOf" srcId="{1E62829F-E63B-40A1-8E6C-3B30D5ED63D7}" destId="{EE4AB79D-F238-400E-A0A6-6B68E30B4BE3}" srcOrd="6" destOrd="0" presId="urn:microsoft.com/office/officeart/2016/7/layout/BasicLinearProcessNumbered"/>
    <dgm:cxn modelId="{42242914-E6E4-49C4-82F0-3FFF6E1391B9}" type="presParOf" srcId="{EE4AB79D-F238-400E-A0A6-6B68E30B4BE3}" destId="{01E12256-1EBE-432E-865F-E9D10861CF0B}" srcOrd="0" destOrd="0" presId="urn:microsoft.com/office/officeart/2016/7/layout/BasicLinearProcessNumbered"/>
    <dgm:cxn modelId="{E6677B71-4F61-434D-A651-42CC04DAF866}" type="presParOf" srcId="{EE4AB79D-F238-400E-A0A6-6B68E30B4BE3}" destId="{276A1B7E-4B93-4531-A3D8-F0CF495C9684}" srcOrd="1" destOrd="0" presId="urn:microsoft.com/office/officeart/2016/7/layout/BasicLinearProcessNumbered"/>
    <dgm:cxn modelId="{AEB32393-3D2E-45D6-8F31-BD0A0DA67604}" type="presParOf" srcId="{EE4AB79D-F238-400E-A0A6-6B68E30B4BE3}" destId="{7D9D54FF-E0CF-44D6-B567-B9A1C0D66C84}" srcOrd="2" destOrd="0" presId="urn:microsoft.com/office/officeart/2016/7/layout/BasicLinearProcessNumbered"/>
    <dgm:cxn modelId="{71D8F499-7286-4DC6-A19D-9FBCF11E6CA1}" type="presParOf" srcId="{EE4AB79D-F238-400E-A0A6-6B68E30B4BE3}" destId="{FE7A5DE3-D2EC-4576-807B-840786080347}" srcOrd="3" destOrd="0" presId="urn:microsoft.com/office/officeart/2016/7/layout/BasicLinearProcessNumbered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498FC658-0048-4433-8990-70025FA5E40C}" type="doc">
      <dgm:prSet loTypeId="urn:microsoft.com/office/officeart/2016/7/layout/RepeatingBendingProcessNew" loCatId="process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BE29D514-CC74-4F65-9DAB-CA2338397B15}">
      <dgm:prSet/>
      <dgm:spPr/>
      <dgm:t>
        <a:bodyPr/>
        <a:lstStyle/>
        <a:p>
          <a:r>
            <a:rPr lang="en-GB" dirty="0"/>
            <a:t>Student logs into their profile</a:t>
          </a:r>
          <a:endParaRPr lang="en-US" dirty="0"/>
        </a:p>
      </dgm:t>
    </dgm:pt>
    <dgm:pt modelId="{9078B65C-0124-4E50-91F3-B099EA69EA22}" type="parTrans" cxnId="{DC2CA0A2-895D-491C-AD42-E521FCD60B01}">
      <dgm:prSet/>
      <dgm:spPr/>
      <dgm:t>
        <a:bodyPr/>
        <a:lstStyle/>
        <a:p>
          <a:endParaRPr lang="en-US"/>
        </a:p>
      </dgm:t>
    </dgm:pt>
    <dgm:pt modelId="{A27D8020-2999-4BE2-B1C3-DFBE8287E151}" type="sibTrans" cxnId="{DC2CA0A2-895D-491C-AD42-E521FCD60B01}">
      <dgm:prSet phldrT="01"/>
      <dgm:spPr/>
      <dgm:t>
        <a:bodyPr/>
        <a:lstStyle/>
        <a:p>
          <a:endParaRPr lang="en-US"/>
        </a:p>
      </dgm:t>
    </dgm:pt>
    <dgm:pt modelId="{D39F4557-9DF3-40BC-B1AF-095157C05A33}">
      <dgm:prSet/>
      <dgm:spPr/>
      <dgm:t>
        <a:bodyPr/>
        <a:lstStyle/>
        <a:p>
          <a:r>
            <a:rPr lang="en-GB" dirty="0"/>
            <a:t>They can search for a subject to study</a:t>
          </a:r>
          <a:endParaRPr lang="en-US" dirty="0"/>
        </a:p>
      </dgm:t>
    </dgm:pt>
    <dgm:pt modelId="{BAFD0F53-7235-4AFC-AC7C-9E8B5364F59E}" type="parTrans" cxnId="{82BBDF05-FD4C-4CC8-8ADA-6B340F4E8B2E}">
      <dgm:prSet/>
      <dgm:spPr/>
      <dgm:t>
        <a:bodyPr/>
        <a:lstStyle/>
        <a:p>
          <a:endParaRPr lang="en-US"/>
        </a:p>
      </dgm:t>
    </dgm:pt>
    <dgm:pt modelId="{7861E045-3379-4D6B-A08E-3C5ED7BCA425}" type="sibTrans" cxnId="{82BBDF05-FD4C-4CC8-8ADA-6B340F4E8B2E}">
      <dgm:prSet phldrT="02"/>
      <dgm:spPr/>
      <dgm:t>
        <a:bodyPr/>
        <a:lstStyle/>
        <a:p>
          <a:endParaRPr lang="en-US"/>
        </a:p>
      </dgm:t>
    </dgm:pt>
    <dgm:pt modelId="{1946F109-B094-4012-B27F-A47CF4744E5F}">
      <dgm:prSet/>
      <dgm:spPr/>
      <dgm:t>
        <a:bodyPr/>
        <a:lstStyle/>
        <a:p>
          <a:r>
            <a:rPr lang="en-GB" dirty="0"/>
            <a:t>Student chooses a topic to study, asked a series of questions</a:t>
          </a:r>
          <a:endParaRPr lang="en-US" dirty="0"/>
        </a:p>
      </dgm:t>
    </dgm:pt>
    <dgm:pt modelId="{6A2112FD-7A2C-418B-BB43-3B2CA8DC526E}" type="parTrans" cxnId="{FCAABA69-D026-4EFF-83DC-0CB4BA0DB73C}">
      <dgm:prSet/>
      <dgm:spPr/>
      <dgm:t>
        <a:bodyPr/>
        <a:lstStyle/>
        <a:p>
          <a:endParaRPr lang="en-US"/>
        </a:p>
      </dgm:t>
    </dgm:pt>
    <dgm:pt modelId="{5902C3F1-7E4C-40CE-A0D7-18F3587A48B9}" type="sibTrans" cxnId="{FCAABA69-D026-4EFF-83DC-0CB4BA0DB73C}">
      <dgm:prSet phldrT="03"/>
      <dgm:spPr/>
      <dgm:t>
        <a:bodyPr/>
        <a:lstStyle/>
        <a:p>
          <a:endParaRPr lang="en-US"/>
        </a:p>
      </dgm:t>
    </dgm:pt>
    <dgm:pt modelId="{C38DA72F-4CF0-4617-B19E-6167E1BA15C8}">
      <dgm:prSet/>
      <dgm:spPr/>
      <dgm:t>
        <a:bodyPr/>
        <a:lstStyle/>
        <a:p>
          <a:r>
            <a:rPr lang="en-GB"/>
            <a:t>Every incorrect attempt reduces available marks</a:t>
          </a:r>
          <a:endParaRPr lang="en-US"/>
        </a:p>
      </dgm:t>
    </dgm:pt>
    <dgm:pt modelId="{C7DC2BD2-5714-4D87-A434-F836A1DEB090}" type="parTrans" cxnId="{E7372AC3-585A-4E56-9E68-B8405C444775}">
      <dgm:prSet/>
      <dgm:spPr/>
      <dgm:t>
        <a:bodyPr/>
        <a:lstStyle/>
        <a:p>
          <a:endParaRPr lang="en-US"/>
        </a:p>
      </dgm:t>
    </dgm:pt>
    <dgm:pt modelId="{6104B1C2-1DEA-43B3-9ABA-DF4AC74667DE}" type="sibTrans" cxnId="{E7372AC3-585A-4E56-9E68-B8405C444775}">
      <dgm:prSet phldrT="04"/>
      <dgm:spPr/>
      <dgm:t>
        <a:bodyPr/>
        <a:lstStyle/>
        <a:p>
          <a:endParaRPr lang="en-US"/>
        </a:p>
      </dgm:t>
    </dgm:pt>
    <dgm:pt modelId="{33FEABD1-B496-446C-BACD-58A93AD1E0A0}">
      <dgm:prSet/>
      <dgm:spPr/>
      <dgm:t>
        <a:bodyPr/>
        <a:lstStyle/>
        <a:p>
          <a:r>
            <a:rPr lang="en-GB"/>
            <a:t>Marks earned are applied to student’s profile</a:t>
          </a:r>
          <a:endParaRPr lang="en-US"/>
        </a:p>
      </dgm:t>
    </dgm:pt>
    <dgm:pt modelId="{6CAEBA93-22E5-46C1-B995-C3BE86956006}" type="parTrans" cxnId="{2E3AC0AB-B5AD-4B91-9006-9A4BECF8EC54}">
      <dgm:prSet/>
      <dgm:spPr/>
      <dgm:t>
        <a:bodyPr/>
        <a:lstStyle/>
        <a:p>
          <a:endParaRPr lang="en-US"/>
        </a:p>
      </dgm:t>
    </dgm:pt>
    <dgm:pt modelId="{84466F1A-586B-4202-8D15-44ECAB43A57F}" type="sibTrans" cxnId="{2E3AC0AB-B5AD-4B91-9006-9A4BECF8EC54}">
      <dgm:prSet phldrT="05"/>
      <dgm:spPr/>
      <dgm:t>
        <a:bodyPr/>
        <a:lstStyle/>
        <a:p>
          <a:endParaRPr lang="en-US"/>
        </a:p>
      </dgm:t>
    </dgm:pt>
    <dgm:pt modelId="{E56A8CFD-37CB-4424-9417-7FAB1D7F7660}">
      <dgm:prSet/>
      <dgm:spPr/>
      <dgm:t>
        <a:bodyPr/>
        <a:lstStyle/>
        <a:p>
          <a:r>
            <a:rPr lang="en-GB"/>
            <a:t>All marks will appear on a leaderboard.</a:t>
          </a:r>
          <a:endParaRPr lang="en-US"/>
        </a:p>
      </dgm:t>
    </dgm:pt>
    <dgm:pt modelId="{A50AD15F-20A8-4F30-AE4A-5F2C26A30E34}" type="parTrans" cxnId="{E53ED29E-5C6E-431A-BC2D-30B10519B982}">
      <dgm:prSet/>
      <dgm:spPr/>
      <dgm:t>
        <a:bodyPr/>
        <a:lstStyle/>
        <a:p>
          <a:endParaRPr lang="en-US"/>
        </a:p>
      </dgm:t>
    </dgm:pt>
    <dgm:pt modelId="{DFF2514C-840D-436B-AE8A-B230661B8365}" type="sibTrans" cxnId="{E53ED29E-5C6E-431A-BC2D-30B10519B982}">
      <dgm:prSet phldrT="06"/>
      <dgm:spPr/>
      <dgm:t>
        <a:bodyPr/>
        <a:lstStyle/>
        <a:p>
          <a:endParaRPr lang="en-US"/>
        </a:p>
      </dgm:t>
    </dgm:pt>
    <dgm:pt modelId="{52CCD3A7-3751-4E9F-83E7-79A63034AD94}" type="pres">
      <dgm:prSet presAssocID="{498FC658-0048-4433-8990-70025FA5E40C}" presName="Name0" presStyleCnt="0">
        <dgm:presLayoutVars>
          <dgm:dir/>
          <dgm:resizeHandles val="exact"/>
        </dgm:presLayoutVars>
      </dgm:prSet>
      <dgm:spPr/>
    </dgm:pt>
    <dgm:pt modelId="{35855222-CD4C-41FC-B400-80F9FFABC9E0}" type="pres">
      <dgm:prSet presAssocID="{BE29D514-CC74-4F65-9DAB-CA2338397B15}" presName="node" presStyleLbl="node1" presStyleIdx="0" presStyleCnt="6">
        <dgm:presLayoutVars>
          <dgm:bulletEnabled val="1"/>
        </dgm:presLayoutVars>
      </dgm:prSet>
      <dgm:spPr/>
    </dgm:pt>
    <dgm:pt modelId="{349FBC65-CAE5-4F98-8441-6FAC90E1ECF3}" type="pres">
      <dgm:prSet presAssocID="{A27D8020-2999-4BE2-B1C3-DFBE8287E151}" presName="sibTrans" presStyleLbl="sibTrans1D1" presStyleIdx="0" presStyleCnt="5"/>
      <dgm:spPr/>
    </dgm:pt>
    <dgm:pt modelId="{59761DB0-9117-47A2-800A-AA90AFA79DA9}" type="pres">
      <dgm:prSet presAssocID="{A27D8020-2999-4BE2-B1C3-DFBE8287E151}" presName="connectorText" presStyleLbl="sibTrans1D1" presStyleIdx="0" presStyleCnt="5"/>
      <dgm:spPr/>
    </dgm:pt>
    <dgm:pt modelId="{223BA566-E240-49D2-9474-51D733C5404C}" type="pres">
      <dgm:prSet presAssocID="{D39F4557-9DF3-40BC-B1AF-095157C05A33}" presName="node" presStyleLbl="node1" presStyleIdx="1" presStyleCnt="6">
        <dgm:presLayoutVars>
          <dgm:bulletEnabled val="1"/>
        </dgm:presLayoutVars>
      </dgm:prSet>
      <dgm:spPr/>
    </dgm:pt>
    <dgm:pt modelId="{0B589F49-9194-42D1-A889-2055BD0D9D59}" type="pres">
      <dgm:prSet presAssocID="{7861E045-3379-4D6B-A08E-3C5ED7BCA425}" presName="sibTrans" presStyleLbl="sibTrans1D1" presStyleIdx="1" presStyleCnt="5"/>
      <dgm:spPr/>
    </dgm:pt>
    <dgm:pt modelId="{3E0D3C68-CEDE-482E-A053-CFC8BD1934B5}" type="pres">
      <dgm:prSet presAssocID="{7861E045-3379-4D6B-A08E-3C5ED7BCA425}" presName="connectorText" presStyleLbl="sibTrans1D1" presStyleIdx="1" presStyleCnt="5"/>
      <dgm:spPr/>
    </dgm:pt>
    <dgm:pt modelId="{9E670913-2E6F-4397-AF37-16C7CB95D205}" type="pres">
      <dgm:prSet presAssocID="{1946F109-B094-4012-B27F-A47CF4744E5F}" presName="node" presStyleLbl="node1" presStyleIdx="2" presStyleCnt="6">
        <dgm:presLayoutVars>
          <dgm:bulletEnabled val="1"/>
        </dgm:presLayoutVars>
      </dgm:prSet>
      <dgm:spPr/>
    </dgm:pt>
    <dgm:pt modelId="{B0129B57-ED99-4470-A72F-1F1ADE71680D}" type="pres">
      <dgm:prSet presAssocID="{5902C3F1-7E4C-40CE-A0D7-18F3587A48B9}" presName="sibTrans" presStyleLbl="sibTrans1D1" presStyleIdx="2" presStyleCnt="5"/>
      <dgm:spPr/>
    </dgm:pt>
    <dgm:pt modelId="{E2B25167-4AD9-45E2-8DDB-42825269C2C8}" type="pres">
      <dgm:prSet presAssocID="{5902C3F1-7E4C-40CE-A0D7-18F3587A48B9}" presName="connectorText" presStyleLbl="sibTrans1D1" presStyleIdx="2" presStyleCnt="5"/>
      <dgm:spPr/>
    </dgm:pt>
    <dgm:pt modelId="{FD4CC602-95FF-4A0F-AF04-9376AB8AA0C7}" type="pres">
      <dgm:prSet presAssocID="{C38DA72F-4CF0-4617-B19E-6167E1BA15C8}" presName="node" presStyleLbl="node1" presStyleIdx="3" presStyleCnt="6">
        <dgm:presLayoutVars>
          <dgm:bulletEnabled val="1"/>
        </dgm:presLayoutVars>
      </dgm:prSet>
      <dgm:spPr/>
    </dgm:pt>
    <dgm:pt modelId="{8E36223D-222B-4CF8-A396-F5B5A5C7FD20}" type="pres">
      <dgm:prSet presAssocID="{6104B1C2-1DEA-43B3-9ABA-DF4AC74667DE}" presName="sibTrans" presStyleLbl="sibTrans1D1" presStyleIdx="3" presStyleCnt="5"/>
      <dgm:spPr/>
    </dgm:pt>
    <dgm:pt modelId="{F34F0AC3-FD22-448C-BC4E-1C2C3F5064F1}" type="pres">
      <dgm:prSet presAssocID="{6104B1C2-1DEA-43B3-9ABA-DF4AC74667DE}" presName="connectorText" presStyleLbl="sibTrans1D1" presStyleIdx="3" presStyleCnt="5"/>
      <dgm:spPr/>
    </dgm:pt>
    <dgm:pt modelId="{D245BA7A-7B39-4CA5-8D4E-077E14949AA7}" type="pres">
      <dgm:prSet presAssocID="{33FEABD1-B496-446C-BACD-58A93AD1E0A0}" presName="node" presStyleLbl="node1" presStyleIdx="4" presStyleCnt="6">
        <dgm:presLayoutVars>
          <dgm:bulletEnabled val="1"/>
        </dgm:presLayoutVars>
      </dgm:prSet>
      <dgm:spPr/>
    </dgm:pt>
    <dgm:pt modelId="{22C31B1E-9ABF-46A6-B490-F8118A54BB8F}" type="pres">
      <dgm:prSet presAssocID="{84466F1A-586B-4202-8D15-44ECAB43A57F}" presName="sibTrans" presStyleLbl="sibTrans1D1" presStyleIdx="4" presStyleCnt="5"/>
      <dgm:spPr/>
    </dgm:pt>
    <dgm:pt modelId="{DC5AC289-44A4-43D5-8624-233071FBE960}" type="pres">
      <dgm:prSet presAssocID="{84466F1A-586B-4202-8D15-44ECAB43A57F}" presName="connectorText" presStyleLbl="sibTrans1D1" presStyleIdx="4" presStyleCnt="5"/>
      <dgm:spPr/>
    </dgm:pt>
    <dgm:pt modelId="{E00446B5-418B-4F4E-837E-AB444EAA77A9}" type="pres">
      <dgm:prSet presAssocID="{E56A8CFD-37CB-4424-9417-7FAB1D7F7660}" presName="node" presStyleLbl="node1" presStyleIdx="5" presStyleCnt="6">
        <dgm:presLayoutVars>
          <dgm:bulletEnabled val="1"/>
        </dgm:presLayoutVars>
      </dgm:prSet>
      <dgm:spPr/>
    </dgm:pt>
  </dgm:ptLst>
  <dgm:cxnLst>
    <dgm:cxn modelId="{82BBDF05-FD4C-4CC8-8ADA-6B340F4E8B2E}" srcId="{498FC658-0048-4433-8990-70025FA5E40C}" destId="{D39F4557-9DF3-40BC-B1AF-095157C05A33}" srcOrd="1" destOrd="0" parTransId="{BAFD0F53-7235-4AFC-AC7C-9E8B5364F59E}" sibTransId="{7861E045-3379-4D6B-A08E-3C5ED7BCA425}"/>
    <dgm:cxn modelId="{802B7E16-3A81-430D-A55D-1F39AD56F5AA}" type="presOf" srcId="{84466F1A-586B-4202-8D15-44ECAB43A57F}" destId="{DC5AC289-44A4-43D5-8624-233071FBE960}" srcOrd="1" destOrd="0" presId="urn:microsoft.com/office/officeart/2016/7/layout/RepeatingBendingProcessNew"/>
    <dgm:cxn modelId="{F2B16F1D-C9FC-4C24-A10E-86CF214F681E}" type="presOf" srcId="{D39F4557-9DF3-40BC-B1AF-095157C05A33}" destId="{223BA566-E240-49D2-9474-51D733C5404C}" srcOrd="0" destOrd="0" presId="urn:microsoft.com/office/officeart/2016/7/layout/RepeatingBendingProcessNew"/>
    <dgm:cxn modelId="{C965FB5E-57BF-4F67-9D0E-823B0E000FF2}" type="presOf" srcId="{84466F1A-586B-4202-8D15-44ECAB43A57F}" destId="{22C31B1E-9ABF-46A6-B490-F8118A54BB8F}" srcOrd="0" destOrd="0" presId="urn:microsoft.com/office/officeart/2016/7/layout/RepeatingBendingProcessNew"/>
    <dgm:cxn modelId="{B5CFD960-AAA9-4FE0-BE52-DAFD38E18C0C}" type="presOf" srcId="{33FEABD1-B496-446C-BACD-58A93AD1E0A0}" destId="{D245BA7A-7B39-4CA5-8D4E-077E14949AA7}" srcOrd="0" destOrd="0" presId="urn:microsoft.com/office/officeart/2016/7/layout/RepeatingBendingProcessNew"/>
    <dgm:cxn modelId="{FCAABA69-D026-4EFF-83DC-0CB4BA0DB73C}" srcId="{498FC658-0048-4433-8990-70025FA5E40C}" destId="{1946F109-B094-4012-B27F-A47CF4744E5F}" srcOrd="2" destOrd="0" parTransId="{6A2112FD-7A2C-418B-BB43-3B2CA8DC526E}" sibTransId="{5902C3F1-7E4C-40CE-A0D7-18F3587A48B9}"/>
    <dgm:cxn modelId="{4777DD76-192B-4D2C-A864-C2615BDF2155}" type="presOf" srcId="{1946F109-B094-4012-B27F-A47CF4744E5F}" destId="{9E670913-2E6F-4397-AF37-16C7CB95D205}" srcOrd="0" destOrd="0" presId="urn:microsoft.com/office/officeart/2016/7/layout/RepeatingBendingProcessNew"/>
    <dgm:cxn modelId="{B36D108D-B3B9-4BA9-954E-82280AC9E54A}" type="presOf" srcId="{498FC658-0048-4433-8990-70025FA5E40C}" destId="{52CCD3A7-3751-4E9F-83E7-79A63034AD94}" srcOrd="0" destOrd="0" presId="urn:microsoft.com/office/officeart/2016/7/layout/RepeatingBendingProcessNew"/>
    <dgm:cxn modelId="{EDAFC395-D272-4785-831A-8138B158FF21}" type="presOf" srcId="{BE29D514-CC74-4F65-9DAB-CA2338397B15}" destId="{35855222-CD4C-41FC-B400-80F9FFABC9E0}" srcOrd="0" destOrd="0" presId="urn:microsoft.com/office/officeart/2016/7/layout/RepeatingBendingProcessNew"/>
    <dgm:cxn modelId="{56AA2B9D-2F91-44AA-A480-FFF854491A7D}" type="presOf" srcId="{E56A8CFD-37CB-4424-9417-7FAB1D7F7660}" destId="{E00446B5-418B-4F4E-837E-AB444EAA77A9}" srcOrd="0" destOrd="0" presId="urn:microsoft.com/office/officeart/2016/7/layout/RepeatingBendingProcessNew"/>
    <dgm:cxn modelId="{E53ED29E-5C6E-431A-BC2D-30B10519B982}" srcId="{498FC658-0048-4433-8990-70025FA5E40C}" destId="{E56A8CFD-37CB-4424-9417-7FAB1D7F7660}" srcOrd="5" destOrd="0" parTransId="{A50AD15F-20A8-4F30-AE4A-5F2C26A30E34}" sibTransId="{DFF2514C-840D-436B-AE8A-B230661B8365}"/>
    <dgm:cxn modelId="{DC2CA0A2-895D-491C-AD42-E521FCD60B01}" srcId="{498FC658-0048-4433-8990-70025FA5E40C}" destId="{BE29D514-CC74-4F65-9DAB-CA2338397B15}" srcOrd="0" destOrd="0" parTransId="{9078B65C-0124-4E50-91F3-B099EA69EA22}" sibTransId="{A27D8020-2999-4BE2-B1C3-DFBE8287E151}"/>
    <dgm:cxn modelId="{A24089AB-4CA3-4844-98EA-F0010DEFB9FA}" type="presOf" srcId="{6104B1C2-1DEA-43B3-9ABA-DF4AC74667DE}" destId="{8E36223D-222B-4CF8-A396-F5B5A5C7FD20}" srcOrd="0" destOrd="0" presId="urn:microsoft.com/office/officeart/2016/7/layout/RepeatingBendingProcessNew"/>
    <dgm:cxn modelId="{2E3AC0AB-B5AD-4B91-9006-9A4BECF8EC54}" srcId="{498FC658-0048-4433-8990-70025FA5E40C}" destId="{33FEABD1-B496-446C-BACD-58A93AD1E0A0}" srcOrd="4" destOrd="0" parTransId="{6CAEBA93-22E5-46C1-B995-C3BE86956006}" sibTransId="{84466F1A-586B-4202-8D15-44ECAB43A57F}"/>
    <dgm:cxn modelId="{E7372AC3-585A-4E56-9E68-B8405C444775}" srcId="{498FC658-0048-4433-8990-70025FA5E40C}" destId="{C38DA72F-4CF0-4617-B19E-6167E1BA15C8}" srcOrd="3" destOrd="0" parTransId="{C7DC2BD2-5714-4D87-A434-F836A1DEB090}" sibTransId="{6104B1C2-1DEA-43B3-9ABA-DF4AC74667DE}"/>
    <dgm:cxn modelId="{B766A6C5-DB8E-486A-99BC-6E6DDD0E995E}" type="presOf" srcId="{A27D8020-2999-4BE2-B1C3-DFBE8287E151}" destId="{59761DB0-9117-47A2-800A-AA90AFA79DA9}" srcOrd="1" destOrd="0" presId="urn:microsoft.com/office/officeart/2016/7/layout/RepeatingBendingProcessNew"/>
    <dgm:cxn modelId="{E63590C7-9BB4-420C-A479-FB8A12B4239D}" type="presOf" srcId="{7861E045-3379-4D6B-A08E-3C5ED7BCA425}" destId="{3E0D3C68-CEDE-482E-A053-CFC8BD1934B5}" srcOrd="1" destOrd="0" presId="urn:microsoft.com/office/officeart/2016/7/layout/RepeatingBendingProcessNew"/>
    <dgm:cxn modelId="{3693DAD7-8280-4059-A1B0-8EEF6F1ED40C}" type="presOf" srcId="{7861E045-3379-4D6B-A08E-3C5ED7BCA425}" destId="{0B589F49-9194-42D1-A889-2055BD0D9D59}" srcOrd="0" destOrd="0" presId="urn:microsoft.com/office/officeart/2016/7/layout/RepeatingBendingProcessNew"/>
    <dgm:cxn modelId="{E9E3AED9-D43F-4866-BC98-D5989BC2A897}" type="presOf" srcId="{C38DA72F-4CF0-4617-B19E-6167E1BA15C8}" destId="{FD4CC602-95FF-4A0F-AF04-9376AB8AA0C7}" srcOrd="0" destOrd="0" presId="urn:microsoft.com/office/officeart/2016/7/layout/RepeatingBendingProcessNew"/>
    <dgm:cxn modelId="{130B86DD-FDF6-409F-8B41-E285F8E45EB5}" type="presOf" srcId="{5902C3F1-7E4C-40CE-A0D7-18F3587A48B9}" destId="{E2B25167-4AD9-45E2-8DDB-42825269C2C8}" srcOrd="1" destOrd="0" presId="urn:microsoft.com/office/officeart/2016/7/layout/RepeatingBendingProcessNew"/>
    <dgm:cxn modelId="{CBD797E1-8F51-4545-AAF0-0C1C27DF2945}" type="presOf" srcId="{5902C3F1-7E4C-40CE-A0D7-18F3587A48B9}" destId="{B0129B57-ED99-4470-A72F-1F1ADE71680D}" srcOrd="0" destOrd="0" presId="urn:microsoft.com/office/officeart/2016/7/layout/RepeatingBendingProcessNew"/>
    <dgm:cxn modelId="{DBDFD6F8-8C9E-4E9F-B1E1-74F1D7E72DC3}" type="presOf" srcId="{A27D8020-2999-4BE2-B1C3-DFBE8287E151}" destId="{349FBC65-CAE5-4F98-8441-6FAC90E1ECF3}" srcOrd="0" destOrd="0" presId="urn:microsoft.com/office/officeart/2016/7/layout/RepeatingBendingProcessNew"/>
    <dgm:cxn modelId="{BC2D3DFC-01CC-4C8E-BA95-8715D3B5DE3B}" type="presOf" srcId="{6104B1C2-1DEA-43B3-9ABA-DF4AC74667DE}" destId="{F34F0AC3-FD22-448C-BC4E-1C2C3F5064F1}" srcOrd="1" destOrd="0" presId="urn:microsoft.com/office/officeart/2016/7/layout/RepeatingBendingProcessNew"/>
    <dgm:cxn modelId="{E9F1BCD2-7D36-49A0-A6D0-9E0E757B1E36}" type="presParOf" srcId="{52CCD3A7-3751-4E9F-83E7-79A63034AD94}" destId="{35855222-CD4C-41FC-B400-80F9FFABC9E0}" srcOrd="0" destOrd="0" presId="urn:microsoft.com/office/officeart/2016/7/layout/RepeatingBendingProcessNew"/>
    <dgm:cxn modelId="{79D37199-9D61-4D13-AEFB-4086D953FCE9}" type="presParOf" srcId="{52CCD3A7-3751-4E9F-83E7-79A63034AD94}" destId="{349FBC65-CAE5-4F98-8441-6FAC90E1ECF3}" srcOrd="1" destOrd="0" presId="urn:microsoft.com/office/officeart/2016/7/layout/RepeatingBendingProcessNew"/>
    <dgm:cxn modelId="{407F7696-97BA-4F1C-BB6A-01F04F07D9F0}" type="presParOf" srcId="{349FBC65-CAE5-4F98-8441-6FAC90E1ECF3}" destId="{59761DB0-9117-47A2-800A-AA90AFA79DA9}" srcOrd="0" destOrd="0" presId="urn:microsoft.com/office/officeart/2016/7/layout/RepeatingBendingProcessNew"/>
    <dgm:cxn modelId="{21171F67-6ADF-46F8-B781-C786405493EB}" type="presParOf" srcId="{52CCD3A7-3751-4E9F-83E7-79A63034AD94}" destId="{223BA566-E240-49D2-9474-51D733C5404C}" srcOrd="2" destOrd="0" presId="urn:microsoft.com/office/officeart/2016/7/layout/RepeatingBendingProcessNew"/>
    <dgm:cxn modelId="{CAB65C23-DCE2-46EF-8B7C-BA3482774D93}" type="presParOf" srcId="{52CCD3A7-3751-4E9F-83E7-79A63034AD94}" destId="{0B589F49-9194-42D1-A889-2055BD0D9D59}" srcOrd="3" destOrd="0" presId="urn:microsoft.com/office/officeart/2016/7/layout/RepeatingBendingProcessNew"/>
    <dgm:cxn modelId="{8E9A442D-D5AC-483D-99CA-D005E3419FAA}" type="presParOf" srcId="{0B589F49-9194-42D1-A889-2055BD0D9D59}" destId="{3E0D3C68-CEDE-482E-A053-CFC8BD1934B5}" srcOrd="0" destOrd="0" presId="urn:microsoft.com/office/officeart/2016/7/layout/RepeatingBendingProcessNew"/>
    <dgm:cxn modelId="{64533BC7-008E-43B7-8543-E2299A330D73}" type="presParOf" srcId="{52CCD3A7-3751-4E9F-83E7-79A63034AD94}" destId="{9E670913-2E6F-4397-AF37-16C7CB95D205}" srcOrd="4" destOrd="0" presId="urn:microsoft.com/office/officeart/2016/7/layout/RepeatingBendingProcessNew"/>
    <dgm:cxn modelId="{C34451A2-0595-48E9-B96C-BB5FE03CC62A}" type="presParOf" srcId="{52CCD3A7-3751-4E9F-83E7-79A63034AD94}" destId="{B0129B57-ED99-4470-A72F-1F1ADE71680D}" srcOrd="5" destOrd="0" presId="urn:microsoft.com/office/officeart/2016/7/layout/RepeatingBendingProcessNew"/>
    <dgm:cxn modelId="{E4322388-FAAC-4F54-8C21-39498FBF2A6D}" type="presParOf" srcId="{B0129B57-ED99-4470-A72F-1F1ADE71680D}" destId="{E2B25167-4AD9-45E2-8DDB-42825269C2C8}" srcOrd="0" destOrd="0" presId="urn:microsoft.com/office/officeart/2016/7/layout/RepeatingBendingProcessNew"/>
    <dgm:cxn modelId="{C1767F19-E14B-4AB7-A9B3-F1DD630592C3}" type="presParOf" srcId="{52CCD3A7-3751-4E9F-83E7-79A63034AD94}" destId="{FD4CC602-95FF-4A0F-AF04-9376AB8AA0C7}" srcOrd="6" destOrd="0" presId="urn:microsoft.com/office/officeart/2016/7/layout/RepeatingBendingProcessNew"/>
    <dgm:cxn modelId="{34CC8325-EB6F-4A91-A5DC-870FC4CFD99B}" type="presParOf" srcId="{52CCD3A7-3751-4E9F-83E7-79A63034AD94}" destId="{8E36223D-222B-4CF8-A396-F5B5A5C7FD20}" srcOrd="7" destOrd="0" presId="urn:microsoft.com/office/officeart/2016/7/layout/RepeatingBendingProcessNew"/>
    <dgm:cxn modelId="{CF3DF3AE-8A03-42DE-B6BB-9C76F02FDA60}" type="presParOf" srcId="{8E36223D-222B-4CF8-A396-F5B5A5C7FD20}" destId="{F34F0AC3-FD22-448C-BC4E-1C2C3F5064F1}" srcOrd="0" destOrd="0" presId="urn:microsoft.com/office/officeart/2016/7/layout/RepeatingBendingProcessNew"/>
    <dgm:cxn modelId="{D267F018-86D6-40A6-8D09-C1A8E4E09909}" type="presParOf" srcId="{52CCD3A7-3751-4E9F-83E7-79A63034AD94}" destId="{D245BA7A-7B39-4CA5-8D4E-077E14949AA7}" srcOrd="8" destOrd="0" presId="urn:microsoft.com/office/officeart/2016/7/layout/RepeatingBendingProcessNew"/>
    <dgm:cxn modelId="{1C724937-6698-440C-B444-D2B10DBE2482}" type="presParOf" srcId="{52CCD3A7-3751-4E9F-83E7-79A63034AD94}" destId="{22C31B1E-9ABF-46A6-B490-F8118A54BB8F}" srcOrd="9" destOrd="0" presId="urn:microsoft.com/office/officeart/2016/7/layout/RepeatingBendingProcessNew"/>
    <dgm:cxn modelId="{5512B227-3F85-4099-BBE4-A5CA593882D6}" type="presParOf" srcId="{22C31B1E-9ABF-46A6-B490-F8118A54BB8F}" destId="{DC5AC289-44A4-43D5-8624-233071FBE960}" srcOrd="0" destOrd="0" presId="urn:microsoft.com/office/officeart/2016/7/layout/RepeatingBendingProcessNew"/>
    <dgm:cxn modelId="{BC9AC7A9-7025-4F6F-993E-650D3F2A1B2A}" type="presParOf" srcId="{52CCD3A7-3751-4E9F-83E7-79A63034AD94}" destId="{E00446B5-418B-4F4E-837E-AB444EAA77A9}" srcOrd="10" destOrd="0" presId="urn:microsoft.com/office/officeart/2016/7/layout/RepeatingBendingProcessNew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6A17CC41-FC32-4CB5-BB93-0BB5DA613293}" type="doc">
      <dgm:prSet loTypeId="urn:microsoft.com/office/officeart/2018/5/layout/CenteredIconLabelDescription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EECF2A3C-BA84-480A-92CA-E78A57F50F00}">
      <dgm:prSet/>
      <dgm:spPr/>
      <dgm:t>
        <a:bodyPr/>
        <a:lstStyle/>
        <a:p>
          <a:pPr>
            <a:defRPr b="1"/>
          </a:pPr>
          <a:r>
            <a:rPr lang="en-GB" dirty="0"/>
            <a:t>Implemented</a:t>
          </a:r>
          <a:endParaRPr lang="en-US" dirty="0"/>
        </a:p>
      </dgm:t>
    </dgm:pt>
    <dgm:pt modelId="{7F45A682-7F6F-4DE6-A08E-B3B6E5FF4F87}" type="parTrans" cxnId="{179B4B4F-17FA-49B4-BE78-74429C2BC2F1}">
      <dgm:prSet/>
      <dgm:spPr/>
      <dgm:t>
        <a:bodyPr/>
        <a:lstStyle/>
        <a:p>
          <a:endParaRPr lang="en-US"/>
        </a:p>
      </dgm:t>
    </dgm:pt>
    <dgm:pt modelId="{97CDC184-7BD9-4ED3-9B0D-55BE48851FA4}" type="sibTrans" cxnId="{179B4B4F-17FA-49B4-BE78-74429C2BC2F1}">
      <dgm:prSet/>
      <dgm:spPr/>
      <dgm:t>
        <a:bodyPr/>
        <a:lstStyle/>
        <a:p>
          <a:endParaRPr lang="en-US"/>
        </a:p>
      </dgm:t>
    </dgm:pt>
    <dgm:pt modelId="{D425B9AC-77AE-4876-98E5-82081AEE7D2A}">
      <dgm:prSet/>
      <dgm:spPr/>
      <dgm:t>
        <a:bodyPr/>
        <a:lstStyle/>
        <a:p>
          <a:r>
            <a:rPr lang="en-GB"/>
            <a:t>Account Creation &amp; Logging In</a:t>
          </a:r>
          <a:endParaRPr lang="en-US"/>
        </a:p>
      </dgm:t>
    </dgm:pt>
    <dgm:pt modelId="{D96F56F4-204D-4CEB-970A-3C704F5B9ADE}" type="parTrans" cxnId="{D064239D-1F1F-429F-A985-A63A877E350D}">
      <dgm:prSet/>
      <dgm:spPr/>
      <dgm:t>
        <a:bodyPr/>
        <a:lstStyle/>
        <a:p>
          <a:endParaRPr lang="en-US"/>
        </a:p>
      </dgm:t>
    </dgm:pt>
    <dgm:pt modelId="{3D4F43D8-02A9-4FE4-9E4D-53DC8F25E25D}" type="sibTrans" cxnId="{D064239D-1F1F-429F-A985-A63A877E350D}">
      <dgm:prSet/>
      <dgm:spPr/>
      <dgm:t>
        <a:bodyPr/>
        <a:lstStyle/>
        <a:p>
          <a:endParaRPr lang="en-US"/>
        </a:p>
      </dgm:t>
    </dgm:pt>
    <dgm:pt modelId="{412E6BB2-51C8-48D4-AA99-C354F72EC4A9}">
      <dgm:prSet/>
      <dgm:spPr/>
      <dgm:t>
        <a:bodyPr/>
        <a:lstStyle/>
        <a:p>
          <a:r>
            <a:rPr lang="en-GB"/>
            <a:t>Student Dashboard Prototype</a:t>
          </a:r>
          <a:endParaRPr lang="en-US"/>
        </a:p>
      </dgm:t>
    </dgm:pt>
    <dgm:pt modelId="{757EFB2C-3FB2-497B-98F3-0CCA863C305B}" type="parTrans" cxnId="{D049A7FD-5069-4269-B929-71C6665D2A8D}">
      <dgm:prSet/>
      <dgm:spPr/>
      <dgm:t>
        <a:bodyPr/>
        <a:lstStyle/>
        <a:p>
          <a:endParaRPr lang="en-US"/>
        </a:p>
      </dgm:t>
    </dgm:pt>
    <dgm:pt modelId="{BC3E22AD-F4AD-4878-8355-2DD612E3DB58}" type="sibTrans" cxnId="{D049A7FD-5069-4269-B929-71C6665D2A8D}">
      <dgm:prSet/>
      <dgm:spPr/>
      <dgm:t>
        <a:bodyPr/>
        <a:lstStyle/>
        <a:p>
          <a:endParaRPr lang="en-US"/>
        </a:p>
      </dgm:t>
    </dgm:pt>
    <dgm:pt modelId="{B4E42A12-05D7-492D-97F5-C45F65D6C85B}">
      <dgm:prSet/>
      <dgm:spPr/>
      <dgm:t>
        <a:bodyPr/>
        <a:lstStyle/>
        <a:p>
          <a:r>
            <a:rPr lang="en-GB"/>
            <a:t>Subjects Selection with Topics</a:t>
          </a:r>
          <a:endParaRPr lang="en-US"/>
        </a:p>
      </dgm:t>
    </dgm:pt>
    <dgm:pt modelId="{F28BE6B4-1C63-43EA-A83B-2FBFE5E6EBF1}" type="parTrans" cxnId="{415DFDE9-74F1-4A1F-855D-E6A0310AC223}">
      <dgm:prSet/>
      <dgm:spPr/>
      <dgm:t>
        <a:bodyPr/>
        <a:lstStyle/>
        <a:p>
          <a:endParaRPr lang="en-US"/>
        </a:p>
      </dgm:t>
    </dgm:pt>
    <dgm:pt modelId="{B17CB082-42BE-4F92-80E0-A52D378DC9EA}" type="sibTrans" cxnId="{415DFDE9-74F1-4A1F-855D-E6A0310AC223}">
      <dgm:prSet/>
      <dgm:spPr/>
      <dgm:t>
        <a:bodyPr/>
        <a:lstStyle/>
        <a:p>
          <a:endParaRPr lang="en-US"/>
        </a:p>
      </dgm:t>
    </dgm:pt>
    <dgm:pt modelId="{60DE333E-70DA-4DA7-8016-D0A4E15A6956}">
      <dgm:prSet/>
      <dgm:spPr/>
      <dgm:t>
        <a:bodyPr/>
        <a:lstStyle/>
        <a:p>
          <a:pPr>
            <a:defRPr b="1"/>
          </a:pPr>
          <a:r>
            <a:rPr lang="en-GB"/>
            <a:t>Pending</a:t>
          </a:r>
          <a:endParaRPr lang="en-US"/>
        </a:p>
      </dgm:t>
    </dgm:pt>
    <dgm:pt modelId="{BD145840-DABC-4052-B268-7A33FDD933B1}" type="parTrans" cxnId="{C080A3EA-C3B6-40C2-A598-D284D0A84EF8}">
      <dgm:prSet/>
      <dgm:spPr/>
      <dgm:t>
        <a:bodyPr/>
        <a:lstStyle/>
        <a:p>
          <a:endParaRPr lang="en-US"/>
        </a:p>
      </dgm:t>
    </dgm:pt>
    <dgm:pt modelId="{65EE9243-ABEE-4512-935A-4CA78A448C89}" type="sibTrans" cxnId="{C080A3EA-C3B6-40C2-A598-D284D0A84EF8}">
      <dgm:prSet/>
      <dgm:spPr/>
      <dgm:t>
        <a:bodyPr/>
        <a:lstStyle/>
        <a:p>
          <a:endParaRPr lang="en-US"/>
        </a:p>
      </dgm:t>
    </dgm:pt>
    <dgm:pt modelId="{CB7DB897-9F03-436A-8781-60B7D391A1A0}">
      <dgm:prSet/>
      <dgm:spPr/>
      <dgm:t>
        <a:bodyPr/>
        <a:lstStyle/>
        <a:p>
          <a:r>
            <a:rPr lang="en-GB"/>
            <a:t>Questions For Each Topic</a:t>
          </a:r>
          <a:endParaRPr lang="en-US"/>
        </a:p>
      </dgm:t>
    </dgm:pt>
    <dgm:pt modelId="{3EA1B904-E67D-46BF-B8CB-11B4EB86257A}" type="parTrans" cxnId="{9867FFE7-6885-4C54-88D6-3A1E6CEF102C}">
      <dgm:prSet/>
      <dgm:spPr/>
      <dgm:t>
        <a:bodyPr/>
        <a:lstStyle/>
        <a:p>
          <a:endParaRPr lang="en-US"/>
        </a:p>
      </dgm:t>
    </dgm:pt>
    <dgm:pt modelId="{1789475A-F4A4-4E97-AFEE-8D3202EE5FF0}" type="sibTrans" cxnId="{9867FFE7-6885-4C54-88D6-3A1E6CEF102C}">
      <dgm:prSet/>
      <dgm:spPr/>
      <dgm:t>
        <a:bodyPr/>
        <a:lstStyle/>
        <a:p>
          <a:endParaRPr lang="en-US"/>
        </a:p>
      </dgm:t>
    </dgm:pt>
    <dgm:pt modelId="{065A32E3-4DDB-4BB4-A6F1-935EB9BB3A9E}">
      <dgm:prSet/>
      <dgm:spPr/>
      <dgm:t>
        <a:bodyPr/>
        <a:lstStyle/>
        <a:p>
          <a:r>
            <a:rPr lang="en-GB"/>
            <a:t>Points System</a:t>
          </a:r>
          <a:endParaRPr lang="en-US"/>
        </a:p>
      </dgm:t>
    </dgm:pt>
    <dgm:pt modelId="{149A9547-167B-4801-9D34-BCFBF4DAB88A}" type="parTrans" cxnId="{DECEB884-845F-4392-B984-3F4B51FB4625}">
      <dgm:prSet/>
      <dgm:spPr/>
      <dgm:t>
        <a:bodyPr/>
        <a:lstStyle/>
        <a:p>
          <a:endParaRPr lang="en-US"/>
        </a:p>
      </dgm:t>
    </dgm:pt>
    <dgm:pt modelId="{982DC621-B1ED-4559-A685-C3612EF52F84}" type="sibTrans" cxnId="{DECEB884-845F-4392-B984-3F4B51FB4625}">
      <dgm:prSet/>
      <dgm:spPr/>
      <dgm:t>
        <a:bodyPr/>
        <a:lstStyle/>
        <a:p>
          <a:endParaRPr lang="en-US"/>
        </a:p>
      </dgm:t>
    </dgm:pt>
    <dgm:pt modelId="{F4E5B284-2A08-446A-934A-DBA02E05CDE5}">
      <dgm:prSet/>
      <dgm:spPr/>
      <dgm:t>
        <a:bodyPr/>
        <a:lstStyle/>
        <a:p>
          <a:r>
            <a:rPr lang="en-GB"/>
            <a:t>Leaderboard</a:t>
          </a:r>
          <a:endParaRPr lang="en-US"/>
        </a:p>
      </dgm:t>
    </dgm:pt>
    <dgm:pt modelId="{9B01828E-D58F-4E9D-831E-E8770370AA80}" type="parTrans" cxnId="{D37B8227-3D41-4765-A288-AECBB3137900}">
      <dgm:prSet/>
      <dgm:spPr/>
      <dgm:t>
        <a:bodyPr/>
        <a:lstStyle/>
        <a:p>
          <a:endParaRPr lang="en-US"/>
        </a:p>
      </dgm:t>
    </dgm:pt>
    <dgm:pt modelId="{E0856360-49A1-4E54-9A16-27CF586EC747}" type="sibTrans" cxnId="{D37B8227-3D41-4765-A288-AECBB3137900}">
      <dgm:prSet/>
      <dgm:spPr/>
      <dgm:t>
        <a:bodyPr/>
        <a:lstStyle/>
        <a:p>
          <a:endParaRPr lang="en-US"/>
        </a:p>
      </dgm:t>
    </dgm:pt>
    <dgm:pt modelId="{71566AE2-8906-4BE1-881C-B4FCB8584E6A}">
      <dgm:prSet/>
      <dgm:spPr/>
      <dgm:t>
        <a:bodyPr/>
        <a:lstStyle/>
        <a:p>
          <a:r>
            <a:rPr lang="en-GB"/>
            <a:t>Admin Profiles</a:t>
          </a:r>
          <a:endParaRPr lang="en-US"/>
        </a:p>
      </dgm:t>
    </dgm:pt>
    <dgm:pt modelId="{589B6FF5-7FCF-4192-8BDA-69BC45E359E0}" type="parTrans" cxnId="{EA466717-26BB-4355-99AC-5C20A941964E}">
      <dgm:prSet/>
      <dgm:spPr/>
      <dgm:t>
        <a:bodyPr/>
        <a:lstStyle/>
        <a:p>
          <a:endParaRPr lang="en-US"/>
        </a:p>
      </dgm:t>
    </dgm:pt>
    <dgm:pt modelId="{C684A22E-DA24-4320-B29E-4EECFB1C4846}" type="sibTrans" cxnId="{EA466717-26BB-4355-99AC-5C20A941964E}">
      <dgm:prSet/>
      <dgm:spPr/>
      <dgm:t>
        <a:bodyPr/>
        <a:lstStyle/>
        <a:p>
          <a:endParaRPr lang="en-US"/>
        </a:p>
      </dgm:t>
    </dgm:pt>
    <dgm:pt modelId="{C2FB3C4A-FE2C-4E6E-A6AF-35B26639C6C7}">
      <dgm:prSet/>
      <dgm:spPr/>
      <dgm:t>
        <a:bodyPr/>
        <a:lstStyle/>
        <a:p>
          <a:pPr>
            <a:defRPr b="1"/>
          </a:pPr>
          <a:r>
            <a:rPr lang="en-GB"/>
            <a:t>Potentially</a:t>
          </a:r>
          <a:endParaRPr lang="en-US"/>
        </a:p>
      </dgm:t>
    </dgm:pt>
    <dgm:pt modelId="{8A5E5F50-5448-4E70-B3BF-02CE3D7B3305}" type="parTrans" cxnId="{1A329D77-C071-4230-8BF5-1D905E866FC9}">
      <dgm:prSet/>
      <dgm:spPr/>
      <dgm:t>
        <a:bodyPr/>
        <a:lstStyle/>
        <a:p>
          <a:endParaRPr lang="en-US"/>
        </a:p>
      </dgm:t>
    </dgm:pt>
    <dgm:pt modelId="{F2DECE71-29D7-49D4-95E8-1AAF3395A6AE}" type="sibTrans" cxnId="{1A329D77-C071-4230-8BF5-1D905E866FC9}">
      <dgm:prSet/>
      <dgm:spPr/>
      <dgm:t>
        <a:bodyPr/>
        <a:lstStyle/>
        <a:p>
          <a:endParaRPr lang="en-US"/>
        </a:p>
      </dgm:t>
    </dgm:pt>
    <dgm:pt modelId="{7F89227D-5CB8-47B7-A86A-550C0E622D88}">
      <dgm:prSet/>
      <dgm:spPr/>
      <dgm:t>
        <a:bodyPr/>
        <a:lstStyle/>
        <a:p>
          <a:r>
            <a:rPr lang="en-GB"/>
            <a:t>Tutor Profiles &amp; Classes</a:t>
          </a:r>
          <a:endParaRPr lang="en-US"/>
        </a:p>
      </dgm:t>
    </dgm:pt>
    <dgm:pt modelId="{D817BF12-C0AA-414E-BAB3-573432262A99}" type="parTrans" cxnId="{2DE0337A-8F30-47E4-A566-2318F559547D}">
      <dgm:prSet/>
      <dgm:spPr/>
      <dgm:t>
        <a:bodyPr/>
        <a:lstStyle/>
        <a:p>
          <a:endParaRPr lang="en-US"/>
        </a:p>
      </dgm:t>
    </dgm:pt>
    <dgm:pt modelId="{DBF6A871-2403-4AB8-A079-E58ADC664C27}" type="sibTrans" cxnId="{2DE0337A-8F30-47E4-A566-2318F559547D}">
      <dgm:prSet/>
      <dgm:spPr/>
      <dgm:t>
        <a:bodyPr/>
        <a:lstStyle/>
        <a:p>
          <a:endParaRPr lang="en-US"/>
        </a:p>
      </dgm:t>
    </dgm:pt>
    <dgm:pt modelId="{36AF0CE1-5467-48D4-8C68-4B644EEAE4B7}">
      <dgm:prSet/>
      <dgm:spPr/>
      <dgm:t>
        <a:bodyPr/>
        <a:lstStyle/>
        <a:p>
          <a:r>
            <a:rPr lang="en-GB"/>
            <a:t>Contests System</a:t>
          </a:r>
          <a:endParaRPr lang="en-US"/>
        </a:p>
      </dgm:t>
    </dgm:pt>
    <dgm:pt modelId="{35F6A63A-DFF6-462E-9BA1-FA033A6A5F6E}" type="parTrans" cxnId="{C4661CFE-003E-42AC-BB25-97D742A0A9A3}">
      <dgm:prSet/>
      <dgm:spPr/>
      <dgm:t>
        <a:bodyPr/>
        <a:lstStyle/>
        <a:p>
          <a:endParaRPr lang="en-US"/>
        </a:p>
      </dgm:t>
    </dgm:pt>
    <dgm:pt modelId="{AE3EFB07-1DC6-4654-8D96-8BEAC56C09DC}" type="sibTrans" cxnId="{C4661CFE-003E-42AC-BB25-97D742A0A9A3}">
      <dgm:prSet/>
      <dgm:spPr/>
      <dgm:t>
        <a:bodyPr/>
        <a:lstStyle/>
        <a:p>
          <a:endParaRPr lang="en-US"/>
        </a:p>
      </dgm:t>
    </dgm:pt>
    <dgm:pt modelId="{CBDF9E53-3EA5-41F9-B90F-216CE038DD26}" type="pres">
      <dgm:prSet presAssocID="{6A17CC41-FC32-4CB5-BB93-0BB5DA613293}" presName="root" presStyleCnt="0">
        <dgm:presLayoutVars>
          <dgm:dir/>
          <dgm:resizeHandles val="exact"/>
        </dgm:presLayoutVars>
      </dgm:prSet>
      <dgm:spPr/>
    </dgm:pt>
    <dgm:pt modelId="{11EF589C-7ADC-4236-88AA-5919591B3019}" type="pres">
      <dgm:prSet presAssocID="{EECF2A3C-BA84-480A-92CA-E78A57F50F00}" presName="compNode" presStyleCnt="0"/>
      <dgm:spPr/>
    </dgm:pt>
    <dgm:pt modelId="{AFF60285-135C-40E8-9181-2069D937C815}" type="pres">
      <dgm:prSet presAssocID="{EECF2A3C-BA84-480A-92CA-E78A57F50F00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User"/>
        </a:ext>
      </dgm:extLst>
    </dgm:pt>
    <dgm:pt modelId="{317B615A-06C2-4FFE-9A7B-CCA973566C44}" type="pres">
      <dgm:prSet presAssocID="{EECF2A3C-BA84-480A-92CA-E78A57F50F00}" presName="iconSpace" presStyleCnt="0"/>
      <dgm:spPr/>
    </dgm:pt>
    <dgm:pt modelId="{F69D806E-0012-4B13-A870-CAED2E1D8B9C}" type="pres">
      <dgm:prSet presAssocID="{EECF2A3C-BA84-480A-92CA-E78A57F50F00}" presName="parTx" presStyleLbl="revTx" presStyleIdx="0" presStyleCnt="6">
        <dgm:presLayoutVars>
          <dgm:chMax val="0"/>
          <dgm:chPref val="0"/>
        </dgm:presLayoutVars>
      </dgm:prSet>
      <dgm:spPr/>
    </dgm:pt>
    <dgm:pt modelId="{45119D5B-35BE-449A-8075-4AD5C9AFE658}" type="pres">
      <dgm:prSet presAssocID="{EECF2A3C-BA84-480A-92CA-E78A57F50F00}" presName="txSpace" presStyleCnt="0"/>
      <dgm:spPr/>
    </dgm:pt>
    <dgm:pt modelId="{DF68B131-109F-4D5F-BBDC-14EE102A8D8E}" type="pres">
      <dgm:prSet presAssocID="{EECF2A3C-BA84-480A-92CA-E78A57F50F00}" presName="desTx" presStyleLbl="revTx" presStyleIdx="1" presStyleCnt="6">
        <dgm:presLayoutVars/>
      </dgm:prSet>
      <dgm:spPr/>
    </dgm:pt>
    <dgm:pt modelId="{4BA08070-3C21-4EF0-BB37-9E1F74A0EC6D}" type="pres">
      <dgm:prSet presAssocID="{97CDC184-7BD9-4ED3-9B0D-55BE48851FA4}" presName="sibTrans" presStyleCnt="0"/>
      <dgm:spPr/>
    </dgm:pt>
    <dgm:pt modelId="{0CBCFF7B-A2BD-4940-A66A-9A3088045013}" type="pres">
      <dgm:prSet presAssocID="{60DE333E-70DA-4DA7-8016-D0A4E15A6956}" presName="compNode" presStyleCnt="0"/>
      <dgm:spPr/>
    </dgm:pt>
    <dgm:pt modelId="{256EA126-F696-4D0A-8B0A-14D697455079}" type="pres">
      <dgm:prSet presAssocID="{60DE333E-70DA-4DA7-8016-D0A4E15A6956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lp"/>
        </a:ext>
      </dgm:extLst>
    </dgm:pt>
    <dgm:pt modelId="{317224A7-DE6C-42B5-AFBB-74E853E4CC1A}" type="pres">
      <dgm:prSet presAssocID="{60DE333E-70DA-4DA7-8016-D0A4E15A6956}" presName="iconSpace" presStyleCnt="0"/>
      <dgm:spPr/>
    </dgm:pt>
    <dgm:pt modelId="{2448927D-6450-4B9D-A254-BE5F71E78291}" type="pres">
      <dgm:prSet presAssocID="{60DE333E-70DA-4DA7-8016-D0A4E15A6956}" presName="parTx" presStyleLbl="revTx" presStyleIdx="2" presStyleCnt="6">
        <dgm:presLayoutVars>
          <dgm:chMax val="0"/>
          <dgm:chPref val="0"/>
        </dgm:presLayoutVars>
      </dgm:prSet>
      <dgm:spPr/>
    </dgm:pt>
    <dgm:pt modelId="{44D357DE-0AAB-49DE-A037-03FBC8AFB955}" type="pres">
      <dgm:prSet presAssocID="{60DE333E-70DA-4DA7-8016-D0A4E15A6956}" presName="txSpace" presStyleCnt="0"/>
      <dgm:spPr/>
    </dgm:pt>
    <dgm:pt modelId="{B5B3E72F-AAE0-4724-8EAB-F14255E07E0C}" type="pres">
      <dgm:prSet presAssocID="{60DE333E-70DA-4DA7-8016-D0A4E15A6956}" presName="desTx" presStyleLbl="revTx" presStyleIdx="3" presStyleCnt="6">
        <dgm:presLayoutVars/>
      </dgm:prSet>
      <dgm:spPr/>
    </dgm:pt>
    <dgm:pt modelId="{8F33D6E4-6075-48E9-AC44-90B6216A6A4A}" type="pres">
      <dgm:prSet presAssocID="{65EE9243-ABEE-4512-935A-4CA78A448C89}" presName="sibTrans" presStyleCnt="0"/>
      <dgm:spPr/>
    </dgm:pt>
    <dgm:pt modelId="{E3CF9F39-0292-4726-816B-D56C780C9799}" type="pres">
      <dgm:prSet presAssocID="{C2FB3C4A-FE2C-4E6E-A6AF-35B26639C6C7}" presName="compNode" presStyleCnt="0"/>
      <dgm:spPr/>
    </dgm:pt>
    <dgm:pt modelId="{315ED730-1282-4AB3-92BF-505F021CACF3}" type="pres">
      <dgm:prSet presAssocID="{C2FB3C4A-FE2C-4E6E-A6AF-35B26639C6C7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ooks"/>
        </a:ext>
      </dgm:extLst>
    </dgm:pt>
    <dgm:pt modelId="{F82364EB-BC81-45E6-9383-FA0574B7D5E1}" type="pres">
      <dgm:prSet presAssocID="{C2FB3C4A-FE2C-4E6E-A6AF-35B26639C6C7}" presName="iconSpace" presStyleCnt="0"/>
      <dgm:spPr/>
    </dgm:pt>
    <dgm:pt modelId="{A8C3D147-6D2C-49E9-9933-512D7985414B}" type="pres">
      <dgm:prSet presAssocID="{C2FB3C4A-FE2C-4E6E-A6AF-35B26639C6C7}" presName="parTx" presStyleLbl="revTx" presStyleIdx="4" presStyleCnt="6">
        <dgm:presLayoutVars>
          <dgm:chMax val="0"/>
          <dgm:chPref val="0"/>
        </dgm:presLayoutVars>
      </dgm:prSet>
      <dgm:spPr/>
    </dgm:pt>
    <dgm:pt modelId="{56CCB34D-F65F-4A33-830E-E07014E48917}" type="pres">
      <dgm:prSet presAssocID="{C2FB3C4A-FE2C-4E6E-A6AF-35B26639C6C7}" presName="txSpace" presStyleCnt="0"/>
      <dgm:spPr/>
    </dgm:pt>
    <dgm:pt modelId="{D8CCE8C3-8690-462D-91FB-D1C3B677BA16}" type="pres">
      <dgm:prSet presAssocID="{C2FB3C4A-FE2C-4E6E-A6AF-35B26639C6C7}" presName="desTx" presStyleLbl="revTx" presStyleIdx="5" presStyleCnt="6">
        <dgm:presLayoutVars/>
      </dgm:prSet>
      <dgm:spPr/>
    </dgm:pt>
  </dgm:ptLst>
  <dgm:cxnLst>
    <dgm:cxn modelId="{EA466717-26BB-4355-99AC-5C20A941964E}" srcId="{60DE333E-70DA-4DA7-8016-D0A4E15A6956}" destId="{71566AE2-8906-4BE1-881C-B4FCB8584E6A}" srcOrd="3" destOrd="0" parTransId="{589B6FF5-7FCF-4192-8BDA-69BC45E359E0}" sibTransId="{C684A22E-DA24-4320-B29E-4EECFB1C4846}"/>
    <dgm:cxn modelId="{B7E59926-2803-4A24-802A-FF64617A2802}" type="presOf" srcId="{6A17CC41-FC32-4CB5-BB93-0BB5DA613293}" destId="{CBDF9E53-3EA5-41F9-B90F-216CE038DD26}" srcOrd="0" destOrd="0" presId="urn:microsoft.com/office/officeart/2018/5/layout/CenteredIconLabelDescriptionList"/>
    <dgm:cxn modelId="{D37B8227-3D41-4765-A288-AECBB3137900}" srcId="{60DE333E-70DA-4DA7-8016-D0A4E15A6956}" destId="{F4E5B284-2A08-446A-934A-DBA02E05CDE5}" srcOrd="2" destOrd="0" parTransId="{9B01828E-D58F-4E9D-831E-E8770370AA80}" sibTransId="{E0856360-49A1-4E54-9A16-27CF586EC747}"/>
    <dgm:cxn modelId="{234DEA37-BED1-4E4A-B11B-F83FEA72D761}" type="presOf" srcId="{B4E42A12-05D7-492D-97F5-C45F65D6C85B}" destId="{DF68B131-109F-4D5F-BBDC-14EE102A8D8E}" srcOrd="0" destOrd="2" presId="urn:microsoft.com/office/officeart/2018/5/layout/CenteredIconLabelDescriptionList"/>
    <dgm:cxn modelId="{EB523760-05EB-4167-B8AE-23784C0244CB}" type="presOf" srcId="{065A32E3-4DDB-4BB4-A6F1-935EB9BB3A9E}" destId="{B5B3E72F-AAE0-4724-8EAB-F14255E07E0C}" srcOrd="0" destOrd="1" presId="urn:microsoft.com/office/officeart/2018/5/layout/CenteredIconLabelDescriptionList"/>
    <dgm:cxn modelId="{D8586F43-CE6F-4280-BF66-C8694EB097CC}" type="presOf" srcId="{71566AE2-8906-4BE1-881C-B4FCB8584E6A}" destId="{B5B3E72F-AAE0-4724-8EAB-F14255E07E0C}" srcOrd="0" destOrd="3" presId="urn:microsoft.com/office/officeart/2018/5/layout/CenteredIconLabelDescriptionList"/>
    <dgm:cxn modelId="{01FD714B-37DE-47F6-9028-2384FACB66A4}" type="presOf" srcId="{CB7DB897-9F03-436A-8781-60B7D391A1A0}" destId="{B5B3E72F-AAE0-4724-8EAB-F14255E07E0C}" srcOrd="0" destOrd="0" presId="urn:microsoft.com/office/officeart/2018/5/layout/CenteredIconLabelDescriptionList"/>
    <dgm:cxn modelId="{179B4B4F-17FA-49B4-BE78-74429C2BC2F1}" srcId="{6A17CC41-FC32-4CB5-BB93-0BB5DA613293}" destId="{EECF2A3C-BA84-480A-92CA-E78A57F50F00}" srcOrd="0" destOrd="0" parTransId="{7F45A682-7F6F-4DE6-A08E-B3B6E5FF4F87}" sibTransId="{97CDC184-7BD9-4ED3-9B0D-55BE48851FA4}"/>
    <dgm:cxn modelId="{1A329D77-C071-4230-8BF5-1D905E866FC9}" srcId="{6A17CC41-FC32-4CB5-BB93-0BB5DA613293}" destId="{C2FB3C4A-FE2C-4E6E-A6AF-35B26639C6C7}" srcOrd="2" destOrd="0" parTransId="{8A5E5F50-5448-4E70-B3BF-02CE3D7B3305}" sibTransId="{F2DECE71-29D7-49D4-95E8-1AAF3395A6AE}"/>
    <dgm:cxn modelId="{CD4B5D78-455B-4044-84C9-5208997E7BF3}" type="presOf" srcId="{F4E5B284-2A08-446A-934A-DBA02E05CDE5}" destId="{B5B3E72F-AAE0-4724-8EAB-F14255E07E0C}" srcOrd="0" destOrd="2" presId="urn:microsoft.com/office/officeart/2018/5/layout/CenteredIconLabelDescriptionList"/>
    <dgm:cxn modelId="{7724EF79-06A2-41A4-888C-E080809FCDAB}" type="presOf" srcId="{7F89227D-5CB8-47B7-A86A-550C0E622D88}" destId="{D8CCE8C3-8690-462D-91FB-D1C3B677BA16}" srcOrd="0" destOrd="0" presId="urn:microsoft.com/office/officeart/2018/5/layout/CenteredIconLabelDescriptionList"/>
    <dgm:cxn modelId="{2DE0337A-8F30-47E4-A566-2318F559547D}" srcId="{C2FB3C4A-FE2C-4E6E-A6AF-35B26639C6C7}" destId="{7F89227D-5CB8-47B7-A86A-550C0E622D88}" srcOrd="0" destOrd="0" parTransId="{D817BF12-C0AA-414E-BAB3-573432262A99}" sibTransId="{DBF6A871-2403-4AB8-A079-E58ADC664C27}"/>
    <dgm:cxn modelId="{DECEB884-845F-4392-B984-3F4B51FB4625}" srcId="{60DE333E-70DA-4DA7-8016-D0A4E15A6956}" destId="{065A32E3-4DDB-4BB4-A6F1-935EB9BB3A9E}" srcOrd="1" destOrd="0" parTransId="{149A9547-167B-4801-9D34-BCFBF4DAB88A}" sibTransId="{982DC621-B1ED-4559-A685-C3612EF52F84}"/>
    <dgm:cxn modelId="{D064239D-1F1F-429F-A985-A63A877E350D}" srcId="{EECF2A3C-BA84-480A-92CA-E78A57F50F00}" destId="{D425B9AC-77AE-4876-98E5-82081AEE7D2A}" srcOrd="0" destOrd="0" parTransId="{D96F56F4-204D-4CEB-970A-3C704F5B9ADE}" sibTransId="{3D4F43D8-02A9-4FE4-9E4D-53DC8F25E25D}"/>
    <dgm:cxn modelId="{E9CB669E-653B-4170-B862-5B44AF4A5794}" type="presOf" srcId="{60DE333E-70DA-4DA7-8016-D0A4E15A6956}" destId="{2448927D-6450-4B9D-A254-BE5F71E78291}" srcOrd="0" destOrd="0" presId="urn:microsoft.com/office/officeart/2018/5/layout/CenteredIconLabelDescriptionList"/>
    <dgm:cxn modelId="{38BA89A6-D831-4232-896A-882E3D827F88}" type="presOf" srcId="{36AF0CE1-5467-48D4-8C68-4B644EEAE4B7}" destId="{D8CCE8C3-8690-462D-91FB-D1C3B677BA16}" srcOrd="0" destOrd="1" presId="urn:microsoft.com/office/officeart/2018/5/layout/CenteredIconLabelDescriptionList"/>
    <dgm:cxn modelId="{A31DDDAC-0064-4045-B756-DE32881C18CB}" type="presOf" srcId="{D425B9AC-77AE-4876-98E5-82081AEE7D2A}" destId="{DF68B131-109F-4D5F-BBDC-14EE102A8D8E}" srcOrd="0" destOrd="0" presId="urn:microsoft.com/office/officeart/2018/5/layout/CenteredIconLabelDescriptionList"/>
    <dgm:cxn modelId="{75A65BB0-FAC2-4C17-AA31-424DE3BC4750}" type="presOf" srcId="{C2FB3C4A-FE2C-4E6E-A6AF-35B26639C6C7}" destId="{A8C3D147-6D2C-49E9-9933-512D7985414B}" srcOrd="0" destOrd="0" presId="urn:microsoft.com/office/officeart/2018/5/layout/CenteredIconLabelDescriptionList"/>
    <dgm:cxn modelId="{9E76A5B2-FDE1-4FCE-AA35-4866C23FB47B}" type="presOf" srcId="{EECF2A3C-BA84-480A-92CA-E78A57F50F00}" destId="{F69D806E-0012-4B13-A870-CAED2E1D8B9C}" srcOrd="0" destOrd="0" presId="urn:microsoft.com/office/officeart/2018/5/layout/CenteredIconLabelDescriptionList"/>
    <dgm:cxn modelId="{9867FFE7-6885-4C54-88D6-3A1E6CEF102C}" srcId="{60DE333E-70DA-4DA7-8016-D0A4E15A6956}" destId="{CB7DB897-9F03-436A-8781-60B7D391A1A0}" srcOrd="0" destOrd="0" parTransId="{3EA1B904-E67D-46BF-B8CB-11B4EB86257A}" sibTransId="{1789475A-F4A4-4E97-AFEE-8D3202EE5FF0}"/>
    <dgm:cxn modelId="{415DFDE9-74F1-4A1F-855D-E6A0310AC223}" srcId="{EECF2A3C-BA84-480A-92CA-E78A57F50F00}" destId="{B4E42A12-05D7-492D-97F5-C45F65D6C85B}" srcOrd="2" destOrd="0" parTransId="{F28BE6B4-1C63-43EA-A83B-2FBFE5E6EBF1}" sibTransId="{B17CB082-42BE-4F92-80E0-A52D378DC9EA}"/>
    <dgm:cxn modelId="{C080A3EA-C3B6-40C2-A598-D284D0A84EF8}" srcId="{6A17CC41-FC32-4CB5-BB93-0BB5DA613293}" destId="{60DE333E-70DA-4DA7-8016-D0A4E15A6956}" srcOrd="1" destOrd="0" parTransId="{BD145840-DABC-4052-B268-7A33FDD933B1}" sibTransId="{65EE9243-ABEE-4512-935A-4CA78A448C89}"/>
    <dgm:cxn modelId="{3826E6FB-9112-4404-9FC1-1579BC6FC30C}" type="presOf" srcId="{412E6BB2-51C8-48D4-AA99-C354F72EC4A9}" destId="{DF68B131-109F-4D5F-BBDC-14EE102A8D8E}" srcOrd="0" destOrd="1" presId="urn:microsoft.com/office/officeart/2018/5/layout/CenteredIconLabelDescriptionList"/>
    <dgm:cxn modelId="{D049A7FD-5069-4269-B929-71C6665D2A8D}" srcId="{EECF2A3C-BA84-480A-92CA-E78A57F50F00}" destId="{412E6BB2-51C8-48D4-AA99-C354F72EC4A9}" srcOrd="1" destOrd="0" parTransId="{757EFB2C-3FB2-497B-98F3-0CCA863C305B}" sibTransId="{BC3E22AD-F4AD-4878-8355-2DD612E3DB58}"/>
    <dgm:cxn modelId="{C4661CFE-003E-42AC-BB25-97D742A0A9A3}" srcId="{C2FB3C4A-FE2C-4E6E-A6AF-35B26639C6C7}" destId="{36AF0CE1-5467-48D4-8C68-4B644EEAE4B7}" srcOrd="1" destOrd="0" parTransId="{35F6A63A-DFF6-462E-9BA1-FA033A6A5F6E}" sibTransId="{AE3EFB07-1DC6-4654-8D96-8BEAC56C09DC}"/>
    <dgm:cxn modelId="{749581BC-4392-44FF-9AA2-59E4BAE67774}" type="presParOf" srcId="{CBDF9E53-3EA5-41F9-B90F-216CE038DD26}" destId="{11EF589C-7ADC-4236-88AA-5919591B3019}" srcOrd="0" destOrd="0" presId="urn:microsoft.com/office/officeart/2018/5/layout/CenteredIconLabelDescriptionList"/>
    <dgm:cxn modelId="{ED83B315-58EE-4DF8-85E7-A93809A75784}" type="presParOf" srcId="{11EF589C-7ADC-4236-88AA-5919591B3019}" destId="{AFF60285-135C-40E8-9181-2069D937C815}" srcOrd="0" destOrd="0" presId="urn:microsoft.com/office/officeart/2018/5/layout/CenteredIconLabelDescriptionList"/>
    <dgm:cxn modelId="{44E7DF40-745D-407A-B61F-2B79BF7E0FEE}" type="presParOf" srcId="{11EF589C-7ADC-4236-88AA-5919591B3019}" destId="{317B615A-06C2-4FFE-9A7B-CCA973566C44}" srcOrd="1" destOrd="0" presId="urn:microsoft.com/office/officeart/2018/5/layout/CenteredIconLabelDescriptionList"/>
    <dgm:cxn modelId="{0C94A1D9-7740-4A7F-8303-C4FB7E792FC3}" type="presParOf" srcId="{11EF589C-7ADC-4236-88AA-5919591B3019}" destId="{F69D806E-0012-4B13-A870-CAED2E1D8B9C}" srcOrd="2" destOrd="0" presId="urn:microsoft.com/office/officeart/2018/5/layout/CenteredIconLabelDescriptionList"/>
    <dgm:cxn modelId="{C965A024-3FA4-45D9-8C07-130437755E2F}" type="presParOf" srcId="{11EF589C-7ADC-4236-88AA-5919591B3019}" destId="{45119D5B-35BE-449A-8075-4AD5C9AFE658}" srcOrd="3" destOrd="0" presId="urn:microsoft.com/office/officeart/2018/5/layout/CenteredIconLabelDescriptionList"/>
    <dgm:cxn modelId="{D3354BF2-3347-4E20-A7B7-6E5D473E20A5}" type="presParOf" srcId="{11EF589C-7ADC-4236-88AA-5919591B3019}" destId="{DF68B131-109F-4D5F-BBDC-14EE102A8D8E}" srcOrd="4" destOrd="0" presId="urn:microsoft.com/office/officeart/2018/5/layout/CenteredIconLabelDescriptionList"/>
    <dgm:cxn modelId="{40132B3E-CB17-4EEC-830F-F4FDFC833F63}" type="presParOf" srcId="{CBDF9E53-3EA5-41F9-B90F-216CE038DD26}" destId="{4BA08070-3C21-4EF0-BB37-9E1F74A0EC6D}" srcOrd="1" destOrd="0" presId="urn:microsoft.com/office/officeart/2018/5/layout/CenteredIconLabelDescriptionList"/>
    <dgm:cxn modelId="{CBA28037-3A77-4DB7-98E0-D613ECA24DD2}" type="presParOf" srcId="{CBDF9E53-3EA5-41F9-B90F-216CE038DD26}" destId="{0CBCFF7B-A2BD-4940-A66A-9A3088045013}" srcOrd="2" destOrd="0" presId="urn:microsoft.com/office/officeart/2018/5/layout/CenteredIconLabelDescriptionList"/>
    <dgm:cxn modelId="{D2EFF910-9D6A-410E-9E41-1FC33098994F}" type="presParOf" srcId="{0CBCFF7B-A2BD-4940-A66A-9A3088045013}" destId="{256EA126-F696-4D0A-8B0A-14D697455079}" srcOrd="0" destOrd="0" presId="urn:microsoft.com/office/officeart/2018/5/layout/CenteredIconLabelDescriptionList"/>
    <dgm:cxn modelId="{28430592-1CE4-45AE-BBB2-E2F468D0FF50}" type="presParOf" srcId="{0CBCFF7B-A2BD-4940-A66A-9A3088045013}" destId="{317224A7-DE6C-42B5-AFBB-74E853E4CC1A}" srcOrd="1" destOrd="0" presId="urn:microsoft.com/office/officeart/2018/5/layout/CenteredIconLabelDescriptionList"/>
    <dgm:cxn modelId="{3F9870F9-146D-4DF6-AD50-ED784B5B7C09}" type="presParOf" srcId="{0CBCFF7B-A2BD-4940-A66A-9A3088045013}" destId="{2448927D-6450-4B9D-A254-BE5F71E78291}" srcOrd="2" destOrd="0" presId="urn:microsoft.com/office/officeart/2018/5/layout/CenteredIconLabelDescriptionList"/>
    <dgm:cxn modelId="{7C951610-843B-4DAB-B67F-76A990C8799A}" type="presParOf" srcId="{0CBCFF7B-A2BD-4940-A66A-9A3088045013}" destId="{44D357DE-0AAB-49DE-A037-03FBC8AFB955}" srcOrd="3" destOrd="0" presId="urn:microsoft.com/office/officeart/2018/5/layout/CenteredIconLabelDescriptionList"/>
    <dgm:cxn modelId="{7D49E9A4-4C1C-4B81-86FC-4E8258BE10DF}" type="presParOf" srcId="{0CBCFF7B-A2BD-4940-A66A-9A3088045013}" destId="{B5B3E72F-AAE0-4724-8EAB-F14255E07E0C}" srcOrd="4" destOrd="0" presId="urn:microsoft.com/office/officeart/2018/5/layout/CenteredIconLabelDescriptionList"/>
    <dgm:cxn modelId="{81097EE9-F749-4727-93CA-D3E72087FDF7}" type="presParOf" srcId="{CBDF9E53-3EA5-41F9-B90F-216CE038DD26}" destId="{8F33D6E4-6075-48E9-AC44-90B6216A6A4A}" srcOrd="3" destOrd="0" presId="urn:microsoft.com/office/officeart/2018/5/layout/CenteredIconLabelDescriptionList"/>
    <dgm:cxn modelId="{6C450478-FB04-450E-A8F5-FBB38757210F}" type="presParOf" srcId="{CBDF9E53-3EA5-41F9-B90F-216CE038DD26}" destId="{E3CF9F39-0292-4726-816B-D56C780C9799}" srcOrd="4" destOrd="0" presId="urn:microsoft.com/office/officeart/2018/5/layout/CenteredIconLabelDescriptionList"/>
    <dgm:cxn modelId="{8A0D3AA9-F296-4A92-AE81-6CE4527A4C6B}" type="presParOf" srcId="{E3CF9F39-0292-4726-816B-D56C780C9799}" destId="{315ED730-1282-4AB3-92BF-505F021CACF3}" srcOrd="0" destOrd="0" presId="urn:microsoft.com/office/officeart/2018/5/layout/CenteredIconLabelDescriptionList"/>
    <dgm:cxn modelId="{6DF65439-4AE5-4D71-85F5-09B9E4E9A203}" type="presParOf" srcId="{E3CF9F39-0292-4726-816B-D56C780C9799}" destId="{F82364EB-BC81-45E6-9383-FA0574B7D5E1}" srcOrd="1" destOrd="0" presId="urn:microsoft.com/office/officeart/2018/5/layout/CenteredIconLabelDescriptionList"/>
    <dgm:cxn modelId="{69BB72A5-F38B-48E2-A351-ACDD44A9C3FC}" type="presParOf" srcId="{E3CF9F39-0292-4726-816B-D56C780C9799}" destId="{A8C3D147-6D2C-49E9-9933-512D7985414B}" srcOrd="2" destOrd="0" presId="urn:microsoft.com/office/officeart/2018/5/layout/CenteredIconLabelDescriptionList"/>
    <dgm:cxn modelId="{B32E2769-D23C-45BE-8C8B-2B45351918AB}" type="presParOf" srcId="{E3CF9F39-0292-4726-816B-D56C780C9799}" destId="{56CCB34D-F65F-4A33-830E-E07014E48917}" srcOrd="3" destOrd="0" presId="urn:microsoft.com/office/officeart/2018/5/layout/CenteredIconLabelDescriptionList"/>
    <dgm:cxn modelId="{4BAB93CC-67B2-40BA-8339-1A9F124050B6}" type="presParOf" srcId="{E3CF9F39-0292-4726-816B-D56C780C9799}" destId="{D8CCE8C3-8690-462D-91FB-D1C3B677BA16}" srcOrd="4" destOrd="0" presId="urn:microsoft.com/office/officeart/2018/5/layout/CenteredIconLabelDescription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F87BCB7-E7E3-4D64-9B9E-2923FF664D4C}">
      <dsp:nvSpPr>
        <dsp:cNvPr id="0" name=""/>
        <dsp:cNvSpPr/>
      </dsp:nvSpPr>
      <dsp:spPr>
        <a:xfrm>
          <a:off x="2169914" y="458154"/>
          <a:ext cx="1512000" cy="1512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5FDBC34-98CC-4E1C-A088-5BA305182935}">
      <dsp:nvSpPr>
        <dsp:cNvPr id="0" name=""/>
        <dsp:cNvSpPr/>
      </dsp:nvSpPr>
      <dsp:spPr>
        <a:xfrm>
          <a:off x="765914" y="2111043"/>
          <a:ext cx="4320000" cy="648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GB" sz="2300" kern="1200"/>
            <a:t>A Web Application designed to help students revise for exams</a:t>
          </a:r>
          <a:endParaRPr lang="en-US" sz="2300" kern="1200"/>
        </a:p>
      </dsp:txBody>
      <dsp:txXfrm>
        <a:off x="765914" y="2111043"/>
        <a:ext cx="4320000" cy="648000"/>
      </dsp:txXfrm>
    </dsp:sp>
    <dsp:sp modelId="{7E119BE0-00ED-46E4-813C-9082E5632432}">
      <dsp:nvSpPr>
        <dsp:cNvPr id="0" name=""/>
        <dsp:cNvSpPr/>
      </dsp:nvSpPr>
      <dsp:spPr>
        <a:xfrm>
          <a:off x="765914" y="2824573"/>
          <a:ext cx="4320000" cy="91007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 dirty="0"/>
            <a:t>Whilst facilitating their competitive nature</a:t>
          </a:r>
          <a:endParaRPr lang="en-US" sz="1700" kern="1200" dirty="0"/>
        </a:p>
      </dsp:txBody>
      <dsp:txXfrm>
        <a:off x="765914" y="2824573"/>
        <a:ext cx="4320000" cy="910076"/>
      </dsp:txXfrm>
    </dsp:sp>
    <dsp:sp modelId="{E59FB9B9-8371-4C73-82BA-323CD2879C61}">
      <dsp:nvSpPr>
        <dsp:cNvPr id="0" name=""/>
        <dsp:cNvSpPr/>
      </dsp:nvSpPr>
      <dsp:spPr>
        <a:xfrm>
          <a:off x="7245914" y="458154"/>
          <a:ext cx="1512000" cy="1512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5A53E02-844A-4382-8DE6-AB869FD4F4FE}">
      <dsp:nvSpPr>
        <dsp:cNvPr id="0" name=""/>
        <dsp:cNvSpPr/>
      </dsp:nvSpPr>
      <dsp:spPr>
        <a:xfrm>
          <a:off x="5841914" y="2111043"/>
          <a:ext cx="4320000" cy="648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GB" sz="2300" kern="1200"/>
            <a:t>Components</a:t>
          </a:r>
          <a:endParaRPr lang="en-US" sz="2300" kern="1200"/>
        </a:p>
      </dsp:txBody>
      <dsp:txXfrm>
        <a:off x="5841914" y="2111043"/>
        <a:ext cx="4320000" cy="648000"/>
      </dsp:txXfrm>
    </dsp:sp>
    <dsp:sp modelId="{9CB32483-B33A-4E87-AEDF-55A4FDC414F6}">
      <dsp:nvSpPr>
        <dsp:cNvPr id="0" name=""/>
        <dsp:cNvSpPr/>
      </dsp:nvSpPr>
      <dsp:spPr>
        <a:xfrm>
          <a:off x="5841914" y="2824573"/>
          <a:ext cx="4320000" cy="91007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/>
            <a:t>Frontend: Next.JS</a:t>
          </a:r>
          <a:endParaRPr lang="en-US" sz="1700" kern="1200"/>
        </a:p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/>
            <a:t>Backend: Spring Boot</a:t>
          </a:r>
          <a:endParaRPr lang="en-US" sz="1700" kern="1200"/>
        </a:p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/>
            <a:t>Database: PostgreSQL</a:t>
          </a:r>
          <a:endParaRPr lang="en-US" sz="1700" kern="1200"/>
        </a:p>
      </dsp:txBody>
      <dsp:txXfrm>
        <a:off x="5841914" y="2824573"/>
        <a:ext cx="4320000" cy="91007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8B66CF1-AE87-47F8-BB70-926EAA63D425}">
      <dsp:nvSpPr>
        <dsp:cNvPr id="0" name=""/>
        <dsp:cNvSpPr/>
      </dsp:nvSpPr>
      <dsp:spPr>
        <a:xfrm>
          <a:off x="3201" y="318495"/>
          <a:ext cx="2539866" cy="3555813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8018" tIns="330200" rIns="198018" bIns="330200" numCol="1" spcCol="1270" anchor="t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100" kern="1200"/>
            <a:t>Students are very likely to distract themselves during revision</a:t>
          </a:r>
          <a:endParaRPr lang="en-US" sz="2100" kern="1200"/>
        </a:p>
      </dsp:txBody>
      <dsp:txXfrm>
        <a:off x="3201" y="1669704"/>
        <a:ext cx="2539866" cy="2133487"/>
      </dsp:txXfrm>
    </dsp:sp>
    <dsp:sp modelId="{28E99E86-DB17-495B-83BC-81434D1C3599}">
      <dsp:nvSpPr>
        <dsp:cNvPr id="0" name=""/>
        <dsp:cNvSpPr/>
      </dsp:nvSpPr>
      <dsp:spPr>
        <a:xfrm>
          <a:off x="739762" y="674077"/>
          <a:ext cx="1066743" cy="1066743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168" tIns="12700" rIns="83168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1</a:t>
          </a:r>
        </a:p>
      </dsp:txBody>
      <dsp:txXfrm>
        <a:off x="895983" y="830298"/>
        <a:ext cx="754301" cy="754301"/>
      </dsp:txXfrm>
    </dsp:sp>
    <dsp:sp modelId="{EA9BD1AF-B094-40CB-A256-212FCF471D2E}">
      <dsp:nvSpPr>
        <dsp:cNvPr id="0" name=""/>
        <dsp:cNvSpPr/>
      </dsp:nvSpPr>
      <dsp:spPr>
        <a:xfrm>
          <a:off x="3201" y="3874237"/>
          <a:ext cx="2539866" cy="72"/>
        </a:xfrm>
        <a:prstGeom prst="rect">
          <a:avLst/>
        </a:prstGeom>
        <a:solidFill>
          <a:schemeClr val="accent2">
            <a:hueOff val="920516"/>
            <a:satOff val="-2642"/>
            <a:lumOff val="-4230"/>
            <a:alphaOff val="0"/>
          </a:schemeClr>
        </a:solidFill>
        <a:ln w="19050" cap="flat" cmpd="sng" algn="ctr">
          <a:solidFill>
            <a:schemeClr val="accent2">
              <a:hueOff val="920516"/>
              <a:satOff val="-2642"/>
              <a:lumOff val="-423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1ACD07E-5C5C-4127-82E6-825FD6C048C1}">
      <dsp:nvSpPr>
        <dsp:cNvPr id="0" name=""/>
        <dsp:cNvSpPr/>
      </dsp:nvSpPr>
      <dsp:spPr>
        <a:xfrm>
          <a:off x="2797054" y="318495"/>
          <a:ext cx="2539866" cy="3555813"/>
        </a:xfrm>
        <a:prstGeom prst="rect">
          <a:avLst/>
        </a:prstGeom>
        <a:solidFill>
          <a:schemeClr val="accent2">
            <a:tint val="40000"/>
            <a:alpha val="90000"/>
            <a:hueOff val="2244906"/>
            <a:satOff val="-20744"/>
            <a:lumOff val="-2338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2244906"/>
              <a:satOff val="-20744"/>
              <a:lumOff val="-2338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8018" tIns="330200" rIns="198018" bIns="330200" numCol="1" spcCol="1270" anchor="t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100" kern="1200"/>
            <a:t>They may also struggle to find one, or get bored easily</a:t>
          </a:r>
          <a:endParaRPr lang="en-US" sz="2100" kern="1200"/>
        </a:p>
      </dsp:txBody>
      <dsp:txXfrm>
        <a:off x="2797054" y="1669704"/>
        <a:ext cx="2539866" cy="2133487"/>
      </dsp:txXfrm>
    </dsp:sp>
    <dsp:sp modelId="{8C98C6A0-47E1-40AD-A3E7-9B666AB0C5F5}">
      <dsp:nvSpPr>
        <dsp:cNvPr id="0" name=""/>
        <dsp:cNvSpPr/>
      </dsp:nvSpPr>
      <dsp:spPr>
        <a:xfrm>
          <a:off x="3533615" y="674077"/>
          <a:ext cx="1066743" cy="1066743"/>
        </a:xfrm>
        <a:prstGeom prst="ellipse">
          <a:avLst/>
        </a:prstGeom>
        <a:solidFill>
          <a:schemeClr val="accent2">
            <a:hueOff val="1841033"/>
            <a:satOff val="-5284"/>
            <a:lumOff val="-8460"/>
            <a:alphaOff val="0"/>
          </a:schemeClr>
        </a:solidFill>
        <a:ln w="19050" cap="flat" cmpd="sng" algn="ctr">
          <a:solidFill>
            <a:schemeClr val="accent2">
              <a:hueOff val="1841033"/>
              <a:satOff val="-5284"/>
              <a:lumOff val="-846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168" tIns="12700" rIns="83168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2</a:t>
          </a:r>
        </a:p>
      </dsp:txBody>
      <dsp:txXfrm>
        <a:off x="3689836" y="830298"/>
        <a:ext cx="754301" cy="754301"/>
      </dsp:txXfrm>
    </dsp:sp>
    <dsp:sp modelId="{2CE8BB85-B0DE-41EC-9ECC-16E6E5A24B03}">
      <dsp:nvSpPr>
        <dsp:cNvPr id="0" name=""/>
        <dsp:cNvSpPr/>
      </dsp:nvSpPr>
      <dsp:spPr>
        <a:xfrm>
          <a:off x="2797054" y="3874237"/>
          <a:ext cx="2539866" cy="72"/>
        </a:xfrm>
        <a:prstGeom prst="rect">
          <a:avLst/>
        </a:prstGeom>
        <a:solidFill>
          <a:schemeClr val="accent2">
            <a:hueOff val="2761549"/>
            <a:satOff val="-7926"/>
            <a:lumOff val="-12690"/>
            <a:alphaOff val="0"/>
          </a:schemeClr>
        </a:solidFill>
        <a:ln w="19050" cap="flat" cmpd="sng" algn="ctr">
          <a:solidFill>
            <a:schemeClr val="accent2">
              <a:hueOff val="2761549"/>
              <a:satOff val="-7926"/>
              <a:lumOff val="-1269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C955205-0AFE-4FFA-9761-717C3A20BA31}">
      <dsp:nvSpPr>
        <dsp:cNvPr id="0" name=""/>
        <dsp:cNvSpPr/>
      </dsp:nvSpPr>
      <dsp:spPr>
        <a:xfrm>
          <a:off x="5590907" y="318495"/>
          <a:ext cx="2539866" cy="3555813"/>
        </a:xfrm>
        <a:prstGeom prst="rect">
          <a:avLst/>
        </a:prstGeom>
        <a:solidFill>
          <a:schemeClr val="accent2">
            <a:tint val="40000"/>
            <a:alpha val="90000"/>
            <a:hueOff val="4489812"/>
            <a:satOff val="-41488"/>
            <a:lumOff val="-4677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4489812"/>
              <a:satOff val="-41488"/>
              <a:lumOff val="-4677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8018" tIns="330200" rIns="198018" bIns="330200" numCol="1" spcCol="1270" anchor="t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100" kern="1200"/>
            <a:t>The idea – provide students with an incentive to make revision fun and return to study</a:t>
          </a:r>
          <a:endParaRPr lang="en-US" sz="2100" kern="1200"/>
        </a:p>
      </dsp:txBody>
      <dsp:txXfrm>
        <a:off x="5590907" y="1669704"/>
        <a:ext cx="2539866" cy="2133487"/>
      </dsp:txXfrm>
    </dsp:sp>
    <dsp:sp modelId="{BD8B359F-68C6-4C65-B5BE-ECA982C2DC8C}">
      <dsp:nvSpPr>
        <dsp:cNvPr id="0" name=""/>
        <dsp:cNvSpPr/>
      </dsp:nvSpPr>
      <dsp:spPr>
        <a:xfrm>
          <a:off x="6327469" y="674077"/>
          <a:ext cx="1066743" cy="1066743"/>
        </a:xfrm>
        <a:prstGeom prst="ellipse">
          <a:avLst/>
        </a:prstGeom>
        <a:solidFill>
          <a:schemeClr val="accent2">
            <a:hueOff val="3682065"/>
            <a:satOff val="-10567"/>
            <a:lumOff val="-16919"/>
            <a:alphaOff val="0"/>
          </a:schemeClr>
        </a:solidFill>
        <a:ln w="19050" cap="flat" cmpd="sng" algn="ctr">
          <a:solidFill>
            <a:schemeClr val="accent2">
              <a:hueOff val="3682065"/>
              <a:satOff val="-10567"/>
              <a:lumOff val="-1691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168" tIns="12700" rIns="83168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3</a:t>
          </a:r>
        </a:p>
      </dsp:txBody>
      <dsp:txXfrm>
        <a:off x="6483690" y="830298"/>
        <a:ext cx="754301" cy="754301"/>
      </dsp:txXfrm>
    </dsp:sp>
    <dsp:sp modelId="{8FB8042C-C191-4F7B-9AFF-769D17D7DCB3}">
      <dsp:nvSpPr>
        <dsp:cNvPr id="0" name=""/>
        <dsp:cNvSpPr/>
      </dsp:nvSpPr>
      <dsp:spPr>
        <a:xfrm>
          <a:off x="5590907" y="3874237"/>
          <a:ext cx="2539866" cy="72"/>
        </a:xfrm>
        <a:prstGeom prst="rect">
          <a:avLst/>
        </a:prstGeom>
        <a:solidFill>
          <a:schemeClr val="accent2">
            <a:hueOff val="4602581"/>
            <a:satOff val="-13209"/>
            <a:lumOff val="-21149"/>
            <a:alphaOff val="0"/>
          </a:schemeClr>
        </a:solidFill>
        <a:ln w="19050" cap="flat" cmpd="sng" algn="ctr">
          <a:solidFill>
            <a:schemeClr val="accent2">
              <a:hueOff val="4602581"/>
              <a:satOff val="-13209"/>
              <a:lumOff val="-2114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1E12256-1EBE-432E-865F-E9D10861CF0B}">
      <dsp:nvSpPr>
        <dsp:cNvPr id="0" name=""/>
        <dsp:cNvSpPr/>
      </dsp:nvSpPr>
      <dsp:spPr>
        <a:xfrm>
          <a:off x="8384760" y="318495"/>
          <a:ext cx="2539866" cy="3555813"/>
        </a:xfrm>
        <a:prstGeom prst="rect">
          <a:avLst/>
        </a:prstGeom>
        <a:solidFill>
          <a:schemeClr val="accent2">
            <a:tint val="40000"/>
            <a:alpha val="90000"/>
            <a:hueOff val="6734718"/>
            <a:satOff val="-62232"/>
            <a:lumOff val="-7015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6734718"/>
              <a:satOff val="-62232"/>
              <a:lumOff val="-7015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8018" tIns="330200" rIns="198018" bIns="330200" numCol="1" spcCol="1270" anchor="t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100" kern="1200"/>
            <a:t>Achieved by using their competitive side</a:t>
          </a:r>
          <a:endParaRPr lang="en-US" sz="2100" kern="120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600" kern="1200"/>
            <a:t>Turning revision into a competition</a:t>
          </a:r>
          <a:endParaRPr lang="en-US" sz="1600" kern="1200"/>
        </a:p>
      </dsp:txBody>
      <dsp:txXfrm>
        <a:off x="8384760" y="1669704"/>
        <a:ext cx="2539866" cy="2133487"/>
      </dsp:txXfrm>
    </dsp:sp>
    <dsp:sp modelId="{276A1B7E-4B93-4531-A3D8-F0CF495C9684}">
      <dsp:nvSpPr>
        <dsp:cNvPr id="0" name=""/>
        <dsp:cNvSpPr/>
      </dsp:nvSpPr>
      <dsp:spPr>
        <a:xfrm>
          <a:off x="9121322" y="674077"/>
          <a:ext cx="1066743" cy="1066743"/>
        </a:xfrm>
        <a:prstGeom prst="ellipse">
          <a:avLst/>
        </a:prstGeom>
        <a:solidFill>
          <a:schemeClr val="accent2">
            <a:hueOff val="5523098"/>
            <a:satOff val="-15851"/>
            <a:lumOff val="-25379"/>
            <a:alphaOff val="0"/>
          </a:schemeClr>
        </a:solidFill>
        <a:ln w="19050" cap="flat" cmpd="sng" algn="ctr">
          <a:solidFill>
            <a:schemeClr val="accent2">
              <a:hueOff val="5523098"/>
              <a:satOff val="-15851"/>
              <a:lumOff val="-2537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168" tIns="12700" rIns="83168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4</a:t>
          </a:r>
        </a:p>
      </dsp:txBody>
      <dsp:txXfrm>
        <a:off x="9277543" y="830298"/>
        <a:ext cx="754301" cy="754301"/>
      </dsp:txXfrm>
    </dsp:sp>
    <dsp:sp modelId="{7D9D54FF-E0CF-44D6-B567-B9A1C0D66C84}">
      <dsp:nvSpPr>
        <dsp:cNvPr id="0" name=""/>
        <dsp:cNvSpPr/>
      </dsp:nvSpPr>
      <dsp:spPr>
        <a:xfrm>
          <a:off x="8384760" y="3874237"/>
          <a:ext cx="2539866" cy="72"/>
        </a:xfrm>
        <a:prstGeom prst="rect">
          <a:avLst/>
        </a:prstGeom>
        <a:solidFill>
          <a:schemeClr val="accent2">
            <a:hueOff val="6443614"/>
            <a:satOff val="-18493"/>
            <a:lumOff val="-29609"/>
            <a:alphaOff val="0"/>
          </a:schemeClr>
        </a:solidFill>
        <a:ln w="19050" cap="flat" cmpd="sng" algn="ctr">
          <a:solidFill>
            <a:schemeClr val="accent2">
              <a:hueOff val="6443614"/>
              <a:satOff val="-18493"/>
              <a:lumOff val="-2960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49FBC65-CAE5-4F98-8441-6FAC90E1ECF3}">
      <dsp:nvSpPr>
        <dsp:cNvPr id="0" name=""/>
        <dsp:cNvSpPr/>
      </dsp:nvSpPr>
      <dsp:spPr>
        <a:xfrm>
          <a:off x="3323664" y="834988"/>
          <a:ext cx="643158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643158" y="45720"/>
              </a:lnTo>
            </a:path>
          </a:pathLst>
        </a:custGeom>
        <a:noFill/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628399" y="877339"/>
        <a:ext cx="33687" cy="6737"/>
      </dsp:txXfrm>
    </dsp:sp>
    <dsp:sp modelId="{35855222-CD4C-41FC-B400-80F9FFABC9E0}">
      <dsp:nvSpPr>
        <dsp:cNvPr id="0" name=""/>
        <dsp:cNvSpPr/>
      </dsp:nvSpPr>
      <dsp:spPr>
        <a:xfrm>
          <a:off x="396080" y="1893"/>
          <a:ext cx="2929383" cy="1757630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3542" tIns="150673" rIns="143542" bIns="150673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600" kern="1200" dirty="0"/>
            <a:t>Student logs into their profile</a:t>
          </a:r>
          <a:endParaRPr lang="en-US" sz="2600" kern="1200" dirty="0"/>
        </a:p>
      </dsp:txBody>
      <dsp:txXfrm>
        <a:off x="396080" y="1893"/>
        <a:ext cx="2929383" cy="1757630"/>
      </dsp:txXfrm>
    </dsp:sp>
    <dsp:sp modelId="{0B589F49-9194-42D1-A889-2055BD0D9D59}">
      <dsp:nvSpPr>
        <dsp:cNvPr id="0" name=""/>
        <dsp:cNvSpPr/>
      </dsp:nvSpPr>
      <dsp:spPr>
        <a:xfrm>
          <a:off x="6926806" y="834988"/>
          <a:ext cx="643158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643158" y="45720"/>
              </a:lnTo>
            </a:path>
          </a:pathLst>
        </a:custGeom>
        <a:noFill/>
        <a:ln w="12700" cap="flat" cmpd="sng" algn="ctr">
          <a:solidFill>
            <a:schemeClr val="accent2">
              <a:hueOff val="1610903"/>
              <a:satOff val="-4623"/>
              <a:lumOff val="-7402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7231541" y="877339"/>
        <a:ext cx="33687" cy="6737"/>
      </dsp:txXfrm>
    </dsp:sp>
    <dsp:sp modelId="{223BA566-E240-49D2-9474-51D733C5404C}">
      <dsp:nvSpPr>
        <dsp:cNvPr id="0" name=""/>
        <dsp:cNvSpPr/>
      </dsp:nvSpPr>
      <dsp:spPr>
        <a:xfrm>
          <a:off x="3999222" y="1893"/>
          <a:ext cx="2929383" cy="1757630"/>
        </a:xfrm>
        <a:prstGeom prst="rect">
          <a:avLst/>
        </a:prstGeom>
        <a:solidFill>
          <a:schemeClr val="accent2">
            <a:hueOff val="1288723"/>
            <a:satOff val="-3699"/>
            <a:lumOff val="-5922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3542" tIns="150673" rIns="143542" bIns="150673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600" kern="1200" dirty="0"/>
            <a:t>They can search for a subject to study</a:t>
          </a:r>
          <a:endParaRPr lang="en-US" sz="2600" kern="1200" dirty="0"/>
        </a:p>
      </dsp:txBody>
      <dsp:txXfrm>
        <a:off x="3999222" y="1893"/>
        <a:ext cx="2929383" cy="1757630"/>
      </dsp:txXfrm>
    </dsp:sp>
    <dsp:sp modelId="{B0129B57-ED99-4470-A72F-1F1ADE71680D}">
      <dsp:nvSpPr>
        <dsp:cNvPr id="0" name=""/>
        <dsp:cNvSpPr/>
      </dsp:nvSpPr>
      <dsp:spPr>
        <a:xfrm>
          <a:off x="1860772" y="1757723"/>
          <a:ext cx="7206284" cy="643158"/>
        </a:xfrm>
        <a:custGeom>
          <a:avLst/>
          <a:gdLst/>
          <a:ahLst/>
          <a:cxnLst/>
          <a:rect l="0" t="0" r="0" b="0"/>
          <a:pathLst>
            <a:path>
              <a:moveTo>
                <a:pt x="7206284" y="0"/>
              </a:moveTo>
              <a:lnTo>
                <a:pt x="7206284" y="338679"/>
              </a:lnTo>
              <a:lnTo>
                <a:pt x="0" y="338679"/>
              </a:lnTo>
              <a:lnTo>
                <a:pt x="0" y="643158"/>
              </a:lnTo>
            </a:path>
          </a:pathLst>
        </a:custGeom>
        <a:noFill/>
        <a:ln w="12700" cap="flat" cmpd="sng" algn="ctr">
          <a:solidFill>
            <a:schemeClr val="accent2">
              <a:hueOff val="3221807"/>
              <a:satOff val="-9246"/>
              <a:lumOff val="-14805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5282971" y="2075933"/>
        <a:ext cx="361885" cy="6737"/>
      </dsp:txXfrm>
    </dsp:sp>
    <dsp:sp modelId="{9E670913-2E6F-4397-AF37-16C7CB95D205}">
      <dsp:nvSpPr>
        <dsp:cNvPr id="0" name=""/>
        <dsp:cNvSpPr/>
      </dsp:nvSpPr>
      <dsp:spPr>
        <a:xfrm>
          <a:off x="7602364" y="1893"/>
          <a:ext cx="2929383" cy="1757630"/>
        </a:xfrm>
        <a:prstGeom prst="rect">
          <a:avLst/>
        </a:prstGeom>
        <a:solidFill>
          <a:schemeClr val="accent2">
            <a:hueOff val="2577445"/>
            <a:satOff val="-7397"/>
            <a:lumOff val="-11844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3542" tIns="150673" rIns="143542" bIns="150673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600" kern="1200" dirty="0"/>
            <a:t>Student chooses a topic to study, asked a series of questions</a:t>
          </a:r>
          <a:endParaRPr lang="en-US" sz="2600" kern="1200" dirty="0"/>
        </a:p>
      </dsp:txBody>
      <dsp:txXfrm>
        <a:off x="7602364" y="1893"/>
        <a:ext cx="2929383" cy="1757630"/>
      </dsp:txXfrm>
    </dsp:sp>
    <dsp:sp modelId="{8E36223D-222B-4CF8-A396-F5B5A5C7FD20}">
      <dsp:nvSpPr>
        <dsp:cNvPr id="0" name=""/>
        <dsp:cNvSpPr/>
      </dsp:nvSpPr>
      <dsp:spPr>
        <a:xfrm>
          <a:off x="3323664" y="3266376"/>
          <a:ext cx="643158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643158" y="45720"/>
              </a:lnTo>
            </a:path>
          </a:pathLst>
        </a:custGeom>
        <a:noFill/>
        <a:ln w="12700" cap="flat" cmpd="sng" algn="ctr">
          <a:solidFill>
            <a:schemeClr val="accent2">
              <a:hueOff val="4832710"/>
              <a:satOff val="-13870"/>
              <a:lumOff val="-22207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628399" y="3308728"/>
        <a:ext cx="33687" cy="6737"/>
      </dsp:txXfrm>
    </dsp:sp>
    <dsp:sp modelId="{FD4CC602-95FF-4A0F-AF04-9376AB8AA0C7}">
      <dsp:nvSpPr>
        <dsp:cNvPr id="0" name=""/>
        <dsp:cNvSpPr/>
      </dsp:nvSpPr>
      <dsp:spPr>
        <a:xfrm>
          <a:off x="396080" y="2433281"/>
          <a:ext cx="2929383" cy="1757630"/>
        </a:xfrm>
        <a:prstGeom prst="rect">
          <a:avLst/>
        </a:prstGeom>
        <a:solidFill>
          <a:schemeClr val="accent2">
            <a:hueOff val="3866169"/>
            <a:satOff val="-11096"/>
            <a:lumOff val="-17765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3542" tIns="150673" rIns="143542" bIns="150673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600" kern="1200"/>
            <a:t>Every incorrect attempt reduces available marks</a:t>
          </a:r>
          <a:endParaRPr lang="en-US" sz="2600" kern="1200"/>
        </a:p>
      </dsp:txBody>
      <dsp:txXfrm>
        <a:off x="396080" y="2433281"/>
        <a:ext cx="2929383" cy="1757630"/>
      </dsp:txXfrm>
    </dsp:sp>
    <dsp:sp modelId="{22C31B1E-9ABF-46A6-B490-F8118A54BB8F}">
      <dsp:nvSpPr>
        <dsp:cNvPr id="0" name=""/>
        <dsp:cNvSpPr/>
      </dsp:nvSpPr>
      <dsp:spPr>
        <a:xfrm>
          <a:off x="6926806" y="3266376"/>
          <a:ext cx="643158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643158" y="45720"/>
              </a:lnTo>
            </a:path>
          </a:pathLst>
        </a:custGeom>
        <a:noFill/>
        <a:ln w="12700" cap="flat" cmpd="sng" algn="ctr">
          <a:solidFill>
            <a:schemeClr val="accent2">
              <a:hueOff val="6443614"/>
              <a:satOff val="-18493"/>
              <a:lumOff val="-29609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7231541" y="3308728"/>
        <a:ext cx="33687" cy="6737"/>
      </dsp:txXfrm>
    </dsp:sp>
    <dsp:sp modelId="{D245BA7A-7B39-4CA5-8D4E-077E14949AA7}">
      <dsp:nvSpPr>
        <dsp:cNvPr id="0" name=""/>
        <dsp:cNvSpPr/>
      </dsp:nvSpPr>
      <dsp:spPr>
        <a:xfrm>
          <a:off x="3999222" y="2433281"/>
          <a:ext cx="2929383" cy="1757630"/>
        </a:xfrm>
        <a:prstGeom prst="rect">
          <a:avLst/>
        </a:prstGeom>
        <a:solidFill>
          <a:schemeClr val="accent2">
            <a:hueOff val="5154891"/>
            <a:satOff val="-14794"/>
            <a:lumOff val="-23687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3542" tIns="150673" rIns="143542" bIns="150673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600" kern="1200"/>
            <a:t>Marks earned are applied to student’s profile</a:t>
          </a:r>
          <a:endParaRPr lang="en-US" sz="2600" kern="1200"/>
        </a:p>
      </dsp:txBody>
      <dsp:txXfrm>
        <a:off x="3999222" y="2433281"/>
        <a:ext cx="2929383" cy="1757630"/>
      </dsp:txXfrm>
    </dsp:sp>
    <dsp:sp modelId="{E00446B5-418B-4F4E-837E-AB444EAA77A9}">
      <dsp:nvSpPr>
        <dsp:cNvPr id="0" name=""/>
        <dsp:cNvSpPr/>
      </dsp:nvSpPr>
      <dsp:spPr>
        <a:xfrm>
          <a:off x="7602364" y="2433281"/>
          <a:ext cx="2929383" cy="1757630"/>
        </a:xfrm>
        <a:prstGeom prst="rect">
          <a:avLst/>
        </a:prstGeom>
        <a:solidFill>
          <a:schemeClr val="accent2">
            <a:hueOff val="6443614"/>
            <a:satOff val="-18493"/>
            <a:lumOff val="-29609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3542" tIns="150673" rIns="143542" bIns="150673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600" kern="1200"/>
            <a:t>All marks will appear on a leaderboard.</a:t>
          </a:r>
          <a:endParaRPr lang="en-US" sz="2600" kern="1200"/>
        </a:p>
      </dsp:txBody>
      <dsp:txXfrm>
        <a:off x="7602364" y="2433281"/>
        <a:ext cx="2929383" cy="1757630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FF60285-135C-40E8-9181-2069D937C815}">
      <dsp:nvSpPr>
        <dsp:cNvPr id="0" name=""/>
        <dsp:cNvSpPr/>
      </dsp:nvSpPr>
      <dsp:spPr>
        <a:xfrm>
          <a:off x="1061437" y="566576"/>
          <a:ext cx="1141382" cy="1141382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69D806E-0012-4B13-A870-CAED2E1D8B9C}">
      <dsp:nvSpPr>
        <dsp:cNvPr id="0" name=""/>
        <dsp:cNvSpPr/>
      </dsp:nvSpPr>
      <dsp:spPr>
        <a:xfrm>
          <a:off x="1582" y="1839524"/>
          <a:ext cx="3261093" cy="4891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GB" sz="3400" kern="1200" dirty="0"/>
            <a:t>Implemented</a:t>
          </a:r>
          <a:endParaRPr lang="en-US" sz="3400" kern="1200" dirty="0"/>
        </a:p>
      </dsp:txBody>
      <dsp:txXfrm>
        <a:off x="1582" y="1839524"/>
        <a:ext cx="3261093" cy="489164"/>
      </dsp:txXfrm>
    </dsp:sp>
    <dsp:sp modelId="{DF68B131-109F-4D5F-BBDC-14EE102A8D8E}">
      <dsp:nvSpPr>
        <dsp:cNvPr id="0" name=""/>
        <dsp:cNvSpPr/>
      </dsp:nvSpPr>
      <dsp:spPr>
        <a:xfrm>
          <a:off x="1582" y="2389881"/>
          <a:ext cx="3261093" cy="123634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/>
            <a:t>Account Creation &amp; Logging In</a:t>
          </a:r>
          <a:endParaRPr lang="en-US" sz="1700" kern="1200"/>
        </a:p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/>
            <a:t>Student Dashboard Prototype</a:t>
          </a:r>
          <a:endParaRPr lang="en-US" sz="1700" kern="1200"/>
        </a:p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/>
            <a:t>Subjects Selection with Topics</a:t>
          </a:r>
          <a:endParaRPr lang="en-US" sz="1700" kern="1200"/>
        </a:p>
      </dsp:txBody>
      <dsp:txXfrm>
        <a:off x="1582" y="2389881"/>
        <a:ext cx="3261093" cy="1236347"/>
      </dsp:txXfrm>
    </dsp:sp>
    <dsp:sp modelId="{256EA126-F696-4D0A-8B0A-14D697455079}">
      <dsp:nvSpPr>
        <dsp:cNvPr id="0" name=""/>
        <dsp:cNvSpPr/>
      </dsp:nvSpPr>
      <dsp:spPr>
        <a:xfrm>
          <a:off x="4893223" y="566576"/>
          <a:ext cx="1141382" cy="1141382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448927D-6450-4B9D-A254-BE5F71E78291}">
      <dsp:nvSpPr>
        <dsp:cNvPr id="0" name=""/>
        <dsp:cNvSpPr/>
      </dsp:nvSpPr>
      <dsp:spPr>
        <a:xfrm>
          <a:off x="3833367" y="1839524"/>
          <a:ext cx="3261093" cy="4891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GB" sz="3400" kern="1200"/>
            <a:t>Pending</a:t>
          </a:r>
          <a:endParaRPr lang="en-US" sz="3400" kern="1200"/>
        </a:p>
      </dsp:txBody>
      <dsp:txXfrm>
        <a:off x="3833367" y="1839524"/>
        <a:ext cx="3261093" cy="489164"/>
      </dsp:txXfrm>
    </dsp:sp>
    <dsp:sp modelId="{B5B3E72F-AAE0-4724-8EAB-F14255E07E0C}">
      <dsp:nvSpPr>
        <dsp:cNvPr id="0" name=""/>
        <dsp:cNvSpPr/>
      </dsp:nvSpPr>
      <dsp:spPr>
        <a:xfrm>
          <a:off x="3833367" y="2389881"/>
          <a:ext cx="3261093" cy="123634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/>
            <a:t>Questions For Each Topic</a:t>
          </a:r>
          <a:endParaRPr lang="en-US" sz="1700" kern="1200"/>
        </a:p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/>
            <a:t>Points System</a:t>
          </a:r>
          <a:endParaRPr lang="en-US" sz="1700" kern="1200"/>
        </a:p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/>
            <a:t>Leaderboard</a:t>
          </a:r>
          <a:endParaRPr lang="en-US" sz="1700" kern="1200"/>
        </a:p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/>
            <a:t>Admin Profiles</a:t>
          </a:r>
          <a:endParaRPr lang="en-US" sz="1700" kern="1200"/>
        </a:p>
      </dsp:txBody>
      <dsp:txXfrm>
        <a:off x="3833367" y="2389881"/>
        <a:ext cx="3261093" cy="1236347"/>
      </dsp:txXfrm>
    </dsp:sp>
    <dsp:sp modelId="{315ED730-1282-4AB3-92BF-505F021CACF3}">
      <dsp:nvSpPr>
        <dsp:cNvPr id="0" name=""/>
        <dsp:cNvSpPr/>
      </dsp:nvSpPr>
      <dsp:spPr>
        <a:xfrm>
          <a:off x="8725008" y="566576"/>
          <a:ext cx="1141382" cy="1141382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8C3D147-6D2C-49E9-9933-512D7985414B}">
      <dsp:nvSpPr>
        <dsp:cNvPr id="0" name=""/>
        <dsp:cNvSpPr/>
      </dsp:nvSpPr>
      <dsp:spPr>
        <a:xfrm>
          <a:off x="7665152" y="1839524"/>
          <a:ext cx="3261093" cy="4891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GB" sz="3400" kern="1200"/>
            <a:t>Potentially</a:t>
          </a:r>
          <a:endParaRPr lang="en-US" sz="3400" kern="1200"/>
        </a:p>
      </dsp:txBody>
      <dsp:txXfrm>
        <a:off x="7665152" y="1839524"/>
        <a:ext cx="3261093" cy="489164"/>
      </dsp:txXfrm>
    </dsp:sp>
    <dsp:sp modelId="{D8CCE8C3-8690-462D-91FB-D1C3B677BA16}">
      <dsp:nvSpPr>
        <dsp:cNvPr id="0" name=""/>
        <dsp:cNvSpPr/>
      </dsp:nvSpPr>
      <dsp:spPr>
        <a:xfrm>
          <a:off x="7665152" y="2389881"/>
          <a:ext cx="3261093" cy="123634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/>
            <a:t>Tutor Profiles &amp; Classes</a:t>
          </a:r>
          <a:endParaRPr lang="en-US" sz="1700" kern="1200"/>
        </a:p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/>
            <a:t>Contests System</a:t>
          </a:r>
          <a:endParaRPr lang="en-US" sz="1700" kern="1200"/>
        </a:p>
      </dsp:txBody>
      <dsp:txXfrm>
        <a:off x="7665152" y="2389881"/>
        <a:ext cx="3261093" cy="123634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5/layout/CenteredIconLabelDescriptionList">
  <dgm:title val="Centered 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Node" refType="h" fact="0.45"/>
      <dgm:constr type="w" for="ch" forName="compNode" val="120"/>
      <dgm:constr type="w" for="ch" forName="sibTrans" refType="w" refFor="ch" refForName="compNode" fact="0.175"/>
      <dgm:constr type="primFontSz" for="des" forName="parTx" val="36"/>
      <dgm:constr type="primFontSz" for="des" forName="desTx" refType="primFontSz" refFor="des" refForName="parTx" op="lte" fact="0.75"/>
      <dgm:constr type="h" for="des" forName="compNode" op="equ"/>
      <dgm:constr type="h" for="des" forName="iconRect" op="equ"/>
      <dgm:constr type="w" for="des" forName="iconRect" op="equ"/>
      <dgm:constr type="h" for="des" forName="iconSpace" op="equ"/>
      <dgm:constr type="h" for="des" forName="parTx" op="equ"/>
      <dgm:constr type="h" for="des" forName="txSpace" op="equ"/>
      <dgm:constr type="h" for="des" forName="desTx" op="equ"/>
    </dgm:constrLst>
    <dgm:ruleLst>
      <dgm:rule type="w" for="ch" forName="compNode" val="0" fact="NaN" max="NaN"/>
    </dgm:ruleLst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3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w" for="ch" forName="iconSpace" refType="w"/>
          <dgm:constr type="h" for="ch" forName="iconSpace" refType="h" fact="0.043"/>
          <dgm:constr type="l" for="ch" forName="iconSpace"/>
          <dgm:constr type="t" for="ch" forName="iconSpace" refType="b" refFor="ch" refForName="iconRect"/>
          <dgm:constr type="w" for="ch" forName="parTx" refType="w"/>
          <dgm:constr type="h" for="ch" forName="parTx" refType="w" fact="0.15"/>
          <dgm:constr type="l" for="ch" forName="parTx"/>
          <dgm:constr type="t" for="ch" forName="parTx" refType="b" refFor="ch" refForName="iconSpace"/>
          <dgm:constr type="h" for="ch" forName="txSpace" refType="h" fact="0.02"/>
          <dgm:constr type="w" for="ch" forName="txSpace" refType="w"/>
          <dgm:constr type="l" for="ch" forName="txSpace"/>
          <dgm:constr type="t" for="ch" forName="txSpace" refType="b" refFor="ch" refForName="parTx"/>
          <dgm:constr type="w" for="ch" forName="desTx" refType="w"/>
          <dgm:constr type="l" for="ch" forName="desTx"/>
          <dgm:constr type="t" for="ch" forName="desTx" refType="b" refFor="ch" refForName="txSpace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  <dgm:rule type="h" val="INF" fact="NaN" max="NaN"/>
          </dgm:rule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varLst/>
          <dgm:alg type="tx">
            <dgm:param type="stBulletLvl" val="0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NaN" fact="NaN" max="17"/>
            <dgm:rule type="h" val="INF" fact="NaN" max="NaN"/>
          </dgm:ruleLst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6/7/layout/BasicLinearProcessNumbered">
  <dgm:title val="Basic Linear Process Numbered"/>
  <dgm:desc val="Used to show a progression; a timeline; sequential steps in a task, process, or workflow; or to emphasize movement or direction. Automatic numbers have been introduced to show the steps of the process which appears in a circle. Level 1 and Level 2 text appear in a rectangle."/>
  <dgm:catLst>
    <dgm:cat type="process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101" type="sibTrans" cxnId="4">
          <dgm:prSet phldrT="1"/>
          <dgm:t>
            <a:bodyPr/>
            <a:lstStyle/>
            <a:p>
              <a:r>
                <a:t>1</a:t>
              </a:r>
            </a:p>
          </dgm:t>
        </dgm:pt>
        <dgm:pt modelId="201" type="sibTrans" cxnId="5">
          <dgm:prSet phldrT="2"/>
          <dgm:t>
            <a:bodyPr/>
            <a:lstStyle/>
            <a:p>
              <a:r>
                <a:t>2</a:t>
              </a:r>
            </a:p>
          </dgm:t>
        </dgm:pt>
        <dgm:pt modelId="301" type="sibTrans" cxnId="6">
          <dgm:prSet phldrT="3"/>
          <dgm:t>
            <a:bodyPr/>
            <a:lstStyle/>
            <a:p>
              <a:r>
                <a:t>3</a:t>
              </a:r>
            </a:p>
          </dgm:t>
        </dgm:pt>
      </dgm:ptLst>
      <dgm:cxnLst>
        <dgm:cxn modelId="4" srcId="0" destId="1" srcOrd="0" destOrd="0" sibTransId="101"/>
        <dgm:cxn modelId="5" srcId="0" destId="2" srcOrd="1" destOrd="0" sibTransId="201"/>
        <dgm:cxn modelId="6" srcId="0" destId="3" srcOrd="2" destOrd="0" sibTransId="301"/>
        <dgm:cxn modelId="13" srcId="1" destId="11" srcOrd="0" destOrd="0"/>
        <dgm:cxn modelId="23" srcId="2" destId="21" srcOrd="0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animLvl val="lvl"/>
      <dgm:resizeHandles val="exact"/>
    </dgm:varLst>
    <dgm:alg type="lin">
      <dgm:param type="linDir" val="fromL"/>
      <dgm:param type="nodeVertAlign" val="t"/>
    </dgm:alg>
    <dgm:shape xmlns:r="http://schemas.openxmlformats.org/officeDocument/2006/relationships" r:blip="">
      <dgm:adjLst/>
    </dgm:shape>
    <dgm:presOf/>
    <dgm:constrLst>
      <dgm:constr type="h" for="ch" forName="compositeNode" refType="h"/>
      <dgm:constr type="w" for="ch" forName="compositeNode" refType="w"/>
      <dgm:constr type="w" for="des" forName="simulatedConn" refType="w" refFor="ch" refForName="compositeNode" fact="0.15"/>
      <dgm:constr type="h" for="des" forName="simulatedConn" refType="w" refFor="des" refForName="simulatedConn"/>
      <dgm:constr type="h" for="des" forName="vSp1" refType="w" refFor="ch" refForName="compositeNode" fact="0.8"/>
      <dgm:constr type="h" for="des" forName="vSp2" refType="w" refFor="ch" refForName="compositeNode" fact="0.07"/>
      <dgm:constr type="w" for="ch" forName="vProcSp" refType="w" refFor="des" refForName="simulatedConn" op="equ"/>
      <dgm:constr type="h" for="ch" forName="vProcSp" refType="h" refFor="ch" refForName="compositeNode" op="equ"/>
      <dgm:constr type="w" for="ch" forName="sibTrans" refType="w" refFor="ch" refForName="compositeNode" fact="0.1"/>
      <dgm:constr type="primFontSz" for="des" forName="sibTransNodeCircle" op="equ"/>
      <dgm:constr type="primFontSz" for="des" forName="nodeText" op="equ"/>
      <dgm:constr type="h" for="des" forName="sibTransNodeCircle" op="equ"/>
      <dgm:constr type="w" for="des" forName="sibTransNodeCircle" op="equ"/>
    </dgm:constrLst>
    <dgm:ruleLst>
      <dgm:rule type="h" val="NaN" fact="1.2" max="NaN"/>
    </dgm:ruleLst>
    <dgm:forEach name="Name4" axis="ch" ptType="node">
      <dgm:layoutNode name="compositeNode">
        <dgm:varLst>
          <dgm:bulletEnabled val="1"/>
        </dgm:varLst>
        <dgm:alg type="composite"/>
        <dgm:constrLst>
          <dgm:constr type="h" refType="w" op="lte" fact="1.4"/>
          <dgm:constr type="w" for="ch" forName="bgRect" refType="w"/>
          <dgm:constr type="h" for="ch" forName="bgRect" refType="h"/>
          <dgm:constr type="t" for="ch" forName="bgRect"/>
          <dgm:constr type="l" for="ch" forName="bgRect"/>
          <dgm:constr type="h" for="ch" forName="sibTransNodeCircle" refType="h" refFor="ch" refForName="bgRect" fact="0.3"/>
          <dgm:constr type="w" for="ch" forName="sibTransNodeCircle" refType="h" refFor="ch" refForName="sibTransNodeCircle"/>
          <dgm:constr type="ctrX" for="ch" forName="sibTransNodeCircle" refType="w" fact="0.5"/>
          <dgm:constr type="ctrY" for="ch" forName="sibTransNodeCircle" refType="h" fact="0.25"/>
          <dgm:constr type="r" for="ch" forName="nodeText" refType="r" refFor="ch" refForName="bgRect"/>
          <dgm:constr type="h" for="ch" forName="nodeText" refType="h" refFor="ch" refForName="bgRect" fact="0.6"/>
          <dgm:constr type="t" for="ch" forName="nodeText" refType="h" refFor="ch" refForName="bgRect" fact="0.38"/>
          <dgm:constr type="b" for="ch" forName="bottomLine" refType="b" refFor="ch" refForName="bgRect"/>
          <dgm:constr type="w" for="ch" forName="bottomLine" refType="w" refFor="ch" refForName="bgRect"/>
          <dgm:constr type="h" for="ch" forName="bottomLine" val="0.002"/>
        </dgm:constrLst>
        <dgm:ruleLst/>
        <dgm:layoutNode name="bgRect" styleLbl="bgAccFollowNode1">
          <dgm:alg type="sp"/>
          <dgm:shape xmlns:r="http://schemas.openxmlformats.org/officeDocument/2006/relationships" type="rect" r:blip="">
            <dgm:adjLst/>
          </dgm:shape>
          <dgm:presOf axis="self"/>
          <dgm:constrLst/>
          <dgm:ruleLst/>
        </dgm:layoutNode>
        <dgm:forEach name="Name19" axis="followSib" ptType="sibTrans" hideLastTrans="0" cnt="1">
          <dgm:layoutNode name="sibTransNodeCircle" styleLbl="alignNode1">
            <dgm:varLst>
              <dgm:chMax val="0"/>
              <dgm:bulletEnabled/>
            </dgm:varLst>
            <dgm:presOf axis="self" ptType="sibTrans"/>
            <dgm:alg type="tx">
              <dgm:param type="txAnchorVert" val="mid"/>
              <dgm:param type="txAnchorHorzCh" val="ctr"/>
            </dgm:alg>
            <dgm:shape xmlns:r="http://schemas.openxmlformats.org/officeDocument/2006/relationships" type="ellipse" r:blip="">
              <dgm:adjLst/>
            </dgm:shape>
            <dgm:constrLst>
              <dgm:constr type="w" refType="h" op="lte"/>
              <dgm:constr type="primFontSz" val="48"/>
              <dgm:constr type="tMarg" val="1"/>
              <dgm:constr type="lMarg" refType="w" fact="0.221"/>
              <dgm:constr type="rMarg" refType="w" fact="0.221"/>
              <dgm:constr type="bMarg" val="1"/>
            </dgm:constrLst>
            <dgm:ruleLst>
              <dgm:rule type="primFontSz" val="14" fact="NaN" max="NaN"/>
            </dgm:ruleLst>
          </dgm:layoutNode>
        </dgm:forEach>
        <dgm:layoutNode name="bottomLine" styleLbl="alignNode1">
          <dgm:varLst/>
          <dgm:presOf/>
          <dgm:alg type="sp"/>
          <dgm:shape xmlns:r="http://schemas.openxmlformats.org/officeDocument/2006/relationships" type="rect" r:blip="">
            <dgm:adjLst/>
          </dgm:shape>
          <dgm:constrLst/>
          <dgm:ruleLst/>
        </dgm:layoutNode>
        <dgm:layoutNode name="nodeText" styleLbl="bgAccFollowNode1" moveWith="bgRect">
          <dgm:varLst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zOrderOff="-1" hideGeom="1">
            <dgm:adjLst/>
          </dgm:shape>
          <dgm:presOf axis="desOrSelf" ptType="node"/>
          <dgm:constrLst>
            <dgm:constr type="primFontSz" val="26"/>
            <dgm:constr type="tMarg" val="26"/>
            <dgm:constr type="lMarg" refType="w" fact="0.221"/>
            <dgm:constr type="rMarg" refType="w" fact="0.221"/>
            <dgm:constr type="bMarg" val="26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  <dgm:extLst>
    <a:ext uri="{4F341089-5ED1-44EC-B178-C955D00A3D55}">
      <dgm1611:autoBuNodeInfoLst xmlns:dgm1611="http://schemas.microsoft.com/office/drawing/2016/11/diagram">
        <dgm1611:autoBuNodeInfo lvl="1" ptType="sibTrans">
          <dgm1611:buPr prefix="" leadZeros="0">
            <a:buAutoNum type="arabicParenBoth"/>
          </dgm1611:buPr>
        </dgm1611:autoBuNodeInfo>
      </dgm1611:autoBuNodeInfoLst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6/7/layout/RepeatingBendingProcessNew">
  <dgm:title val="Repeating Bending Process New"/>
  <dgm:desc val=""/>
  <dgm:catLst>
    <dgm:cat type="process" pri="5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self" func="var" arg="dir" op="equ" val="norm">
        <dgm:alg type="snake">
          <dgm:param type="grDir" val="tL"/>
          <dgm:param type="flowDir" val="row"/>
          <dgm:param type="contDir" val="sameDir"/>
          <dgm:param type="bkpt" val="endCnv"/>
        </dgm:alg>
      </dgm:if>
      <dgm:else name="Name3">
        <dgm:alg type="snake">
          <dgm:param type="grDir" val="tR"/>
          <dgm:param type="flowDir" val="row"/>
          <dgm:param type="contDir" val="same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23"/>
      <dgm:constr type="sp" refType="w" refFor="ch" refForName="sibTrans" op="equ"/>
      <dgm:constr type="userB" for="des" forName="connectorText" refType="sp"/>
      <dgm:constr type="primFontSz" for="ch" ptType="node" op="equ" val="65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 fact="0.6"/>
          <dgm:constr type="tMarg" refType="h" fact="0.243"/>
          <dgm:constr type="bMarg" refType="h" fact="0.243"/>
          <dgm:constr type="lMarg" refType="w" fact="0.1389"/>
          <dgm:constr type="rMarg" refType="w" fact="0.1389"/>
        </dgm:constrLst>
        <dgm:ruleLst>
          <dgm:rule type="primFontSz" val="12" fact="NaN" max="NaN"/>
        </dgm:ruleLst>
      </dgm:layoutNode>
      <dgm:forEach name="sibTransForEach" axis="followSib" ptType="sibTrans" cnt="1">
        <dgm:layoutNode name="sibTrans">
          <dgm:choose name="Name4">
            <dgm:if name="Name5" axis="self" func="var" arg="dir" op="equ" val="norm">
              <dgm:alg type="conn">
                <dgm:param type="connRout" val="bend"/>
                <dgm:param type="dim" val="1D"/>
                <dgm:param type="begPts" val="midR bCtr"/>
                <dgm:param type="endPts" val="midL tCtr"/>
              </dgm:alg>
            </dgm:if>
            <dgm:else name="Name6">
              <dgm:alg type="conn">
                <dgm:param type="connRout" val="bend"/>
                <dgm:param type="dim" val="1D"/>
                <dgm:param type="begPts" val="midL bCtr"/>
                <dgm:param type="endPts" val="midR tCt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 val="-0.05"/>
            <dgm:constr type="endPad" val="0.9"/>
            <dgm:constr type="userA" for="ch" ref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userA"/>
              <dgm:constr type="userB"/>
              <dgm:constr type="w" refType="userA" fact="0.05"/>
              <dgm:constr type="h" refType="userB" fact="0.01"/>
              <dgm:constr type="lMarg" val="1"/>
              <dgm:constr type="rMarg" val="1"/>
              <dgm:constr type="tMarg"/>
              <dgm:constr type="bMarg"/>
            </dgm:constrLst>
            <dgm:ruleLst>
              <dgm:rule type="w" val="NaN" fact="0.6" max="NaN"/>
              <dgm:rule type="h" val="NaN" fact="0.6" max="NaN"/>
              <dgm:rule type="primFontSz" val="5" fact="NaN" max="NaN"/>
            </dgm:ruleLst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5/layout/CenteredIconLabelDescriptionList">
  <dgm:title val="Centered 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Node" refType="h" fact="0.45"/>
      <dgm:constr type="w" for="ch" forName="compNode" val="120"/>
      <dgm:constr type="w" for="ch" forName="sibTrans" refType="w" refFor="ch" refForName="compNode" fact="0.175"/>
      <dgm:constr type="primFontSz" for="des" forName="parTx" val="36"/>
      <dgm:constr type="primFontSz" for="des" forName="desTx" refType="primFontSz" refFor="des" refForName="parTx" op="lte" fact="0.75"/>
      <dgm:constr type="h" for="des" forName="compNode" op="equ"/>
      <dgm:constr type="h" for="des" forName="iconRect" op="equ"/>
      <dgm:constr type="w" for="des" forName="iconRect" op="equ"/>
      <dgm:constr type="h" for="des" forName="iconSpace" op="equ"/>
      <dgm:constr type="h" for="des" forName="parTx" op="equ"/>
      <dgm:constr type="h" for="des" forName="txSpace" op="equ"/>
      <dgm:constr type="h" for="des" forName="desTx" op="equ"/>
    </dgm:constrLst>
    <dgm:ruleLst>
      <dgm:rule type="w" for="ch" forName="compNode" val="0" fact="NaN" max="NaN"/>
    </dgm:ruleLst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3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w" for="ch" forName="iconSpace" refType="w"/>
          <dgm:constr type="h" for="ch" forName="iconSpace" refType="h" fact="0.043"/>
          <dgm:constr type="l" for="ch" forName="iconSpace"/>
          <dgm:constr type="t" for="ch" forName="iconSpace" refType="b" refFor="ch" refForName="iconRect"/>
          <dgm:constr type="w" for="ch" forName="parTx" refType="w"/>
          <dgm:constr type="h" for="ch" forName="parTx" refType="w" fact="0.15"/>
          <dgm:constr type="l" for="ch" forName="parTx"/>
          <dgm:constr type="t" for="ch" forName="parTx" refType="b" refFor="ch" refForName="iconSpace"/>
          <dgm:constr type="h" for="ch" forName="txSpace" refType="h" fact="0.02"/>
          <dgm:constr type="w" for="ch" forName="txSpace" refType="w"/>
          <dgm:constr type="l" for="ch" forName="txSpace"/>
          <dgm:constr type="t" for="ch" forName="txSpace" refType="b" refFor="ch" refForName="parTx"/>
          <dgm:constr type="w" for="ch" forName="desTx" refType="w"/>
          <dgm:constr type="l" for="ch" forName="desTx"/>
          <dgm:constr type="t" for="ch" forName="desTx" refType="b" refFor="ch" refForName="txSpace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  <dgm:rule type="h" val="INF" fact="NaN" max="NaN"/>
          </dgm:rule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varLst/>
          <dgm:alg type="tx">
            <dgm:param type="stBulletLvl" val="0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NaN" fact="NaN" max="17"/>
            <dgm:rule type="h" val="INF" fact="NaN" max="NaN"/>
          </dgm:ruleLst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9459EC-2793-6485-BE19-DE671D78166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CFE3F20-404B-4AB8-4C3A-9323C43271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87D9C9-D644-C173-0D13-C17E2DA5D4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E7D09-1260-4638-99DF-38FAFE54D6CF}" type="datetimeFigureOut">
              <a:rPr lang="en-GB" smtClean="0"/>
              <a:t>04/12/2024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39A0D1-EAFB-BAEB-9F00-CE2849458B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87F393-5F34-E450-A6D1-C127191DD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33EE54-6DD0-46B2-9382-3184D05A01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786702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D83742-FF53-046F-B22A-2F0C1A9270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EB0835-0ED6-4898-9793-BFD4488B01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6863CE-129B-978B-F2F7-FB9D85D6ED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E7D09-1260-4638-99DF-38FAFE54D6CF}" type="datetimeFigureOut">
              <a:rPr lang="en-GB" smtClean="0"/>
              <a:t>04/12/2024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916399-1EA2-395A-41E1-802B98664D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0F8BF6-AA93-F5A4-994E-373F51B055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33EE54-6DD0-46B2-9382-3184D05A01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08084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7328C2-95E9-C83D-3EEA-8CF9FACE2C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37DEC7-4F1F-A20B-0622-6BD2B7E937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DBC7CA-2219-3449-0129-419079B87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E7D09-1260-4638-99DF-38FAFE54D6CF}" type="datetimeFigureOut">
              <a:rPr lang="en-GB" smtClean="0"/>
              <a:t>04/12/2024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D8D1B6-4F69-0AE6-10CA-F0CF1397FE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64A5E7-4FFA-4218-DCE7-2123D91B62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33EE54-6DD0-46B2-9382-3184D05A01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272201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B005F0-B607-9FDF-6873-58E762BCAD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7E29D7-AC20-BEA8-DC6D-38B72732BB9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2A8FE67-68A0-2626-B6DE-4D68742BFE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327C36-5F93-8E81-E501-703D0FF174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E7D09-1260-4638-99DF-38FAFE54D6CF}" type="datetimeFigureOut">
              <a:rPr lang="en-GB" smtClean="0"/>
              <a:t>04/12/2024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DF6F3F-98F8-E298-75A4-E2A6CE226C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A091221-812B-E8DD-C6E0-2D055A544D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33EE54-6DD0-46B2-9382-3184D05A01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589269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3C1E99-7185-5174-4EB6-ED80DE3095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C6578D-FCDD-82E1-1DB5-D206AF1D0C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8B8670E-AC44-5140-3428-2C0959CDE2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6EEA3F-D043-8C47-6928-7BA0040F73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C3C1FE5-A548-98EC-DA9C-A55C8309DC0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BD73F2B-69BF-4933-9E49-C378EBF2BB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E7D09-1260-4638-99DF-38FAFE54D6CF}" type="datetimeFigureOut">
              <a:rPr lang="en-GB" smtClean="0"/>
              <a:t>04/12/2024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E4D1963-D1EC-F19E-17BD-CAE21DED06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A08FE06-1D11-69D6-07E4-6F0AF53CB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33EE54-6DD0-46B2-9382-3184D05A01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449099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56998A-B7B9-41F6-2CF7-EC2543A7F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61E78E3-5553-A3C4-2B4C-8795079E5E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E7D09-1260-4638-99DF-38FAFE54D6CF}" type="datetimeFigureOut">
              <a:rPr lang="en-GB" smtClean="0"/>
              <a:t>04/12/2024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2DBFBEC-1F48-CB80-E471-EC24BD90B5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35FADF8-E24F-B04C-BFE1-BB834AF05E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33EE54-6DD0-46B2-9382-3184D05A01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916173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4E1A9C5-1693-6298-C69A-7AB498ACBA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E7D09-1260-4638-99DF-38FAFE54D6CF}" type="datetimeFigureOut">
              <a:rPr lang="en-GB" smtClean="0"/>
              <a:t>04/12/2024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175F5F0-16AC-B230-E3F5-E3DB1A4990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EDEDFE-A37F-3AF7-B5CD-D4F27143B4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33EE54-6DD0-46B2-9382-3184D05A01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91168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410864-2B6E-62BE-7636-FD7E1C9B9E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E9FB8F-1FAD-786C-0C8F-64646DD7DB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D3B5956-615A-E746-110A-7DDD1FE66C2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E42273-DA79-8CDB-586B-504A93E142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E7D09-1260-4638-99DF-38FAFE54D6CF}" type="datetimeFigureOut">
              <a:rPr lang="en-GB" smtClean="0"/>
              <a:t>04/12/2024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ABC6E35-C32C-6BAA-930E-A75B04B6CD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DF463D-26EA-AE20-AF64-E5D11C87AC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33EE54-6DD0-46B2-9382-3184D05A01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806018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2DC531-EB7A-BE97-C571-C512091CD7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2BFDF93-693F-8676-B660-FC79A3722E3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E34672F-4C57-6F56-623E-19CFD4F3C5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3C8DFB-A264-2FB9-A29C-04F2886E4B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E7D09-1260-4638-99DF-38FAFE54D6CF}" type="datetimeFigureOut">
              <a:rPr lang="en-GB" smtClean="0"/>
              <a:t>04/12/2024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836104-48B1-2D9D-0DF2-BA99E553CA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D05527-7727-E3D9-D40C-163AFF1471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33EE54-6DD0-46B2-9382-3184D05A01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06673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BE6EAF-A9CB-7096-EB50-306E325794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6395234-D6C7-AA02-3B26-D4FDAA21AE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BDB454-0999-76D1-3C2A-908CC525AA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E7D09-1260-4638-99DF-38FAFE54D6CF}" type="datetimeFigureOut">
              <a:rPr lang="en-GB" smtClean="0"/>
              <a:t>04/12/2024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5EF4A2-A5A4-E39A-8BBB-CDF0B91211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5E29A3-DA1F-8055-E8B6-E601E1DC43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33EE54-6DD0-46B2-9382-3184D05A01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11903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1DAEE1C-4DC4-443E-F837-9214901740F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7304848-EC64-D08E-D210-C1CBE87070D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B5B340-9630-9883-08F7-46E3621859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E7D09-1260-4638-99DF-38FAFE54D6CF}" type="datetimeFigureOut">
              <a:rPr lang="en-GB" smtClean="0"/>
              <a:t>04/12/2024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B0DD98-A750-DBAB-EA93-49C7D550BA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4D06B8-C4AF-8D49-B7F9-900DF95818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33EE54-6DD0-46B2-9382-3184D05A01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58871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3874486-00C2-FCBA-9C02-6C44E5D3B7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04EBA9F-A45C-5AD4-CCD3-E1C68C1303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74F331-44D8-7C2B-1427-0988FA39FDA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BE7D09-1260-4638-99DF-38FAFE54D6CF}" type="datetimeFigureOut">
              <a:rPr lang="en-GB" smtClean="0"/>
              <a:t>04/12/2024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86BF78-326B-50F4-1462-433103F443A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DFDA99-0901-BB16-E68A-59DF454571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A33EE54-6DD0-46B2-9382-3184D05A01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210911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2" name="Rectangle 31">
            <a:extLst>
              <a:ext uri="{FF2B5EF4-FFF2-40B4-BE49-F238E27FC236}">
                <a16:creationId xmlns:a16="http://schemas.microsoft.com/office/drawing/2014/main" id="{8C790BE2-4E4F-4AAF-81A2-4A6F4885EB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D28B54C3-B57B-472A-B96E-1FCB67093D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0"/>
            <a:ext cx="12191999" cy="6858000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rgbClr val="000000"/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7DB3C429-F8DA-49B9-AF84-21996FCF78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-4"/>
            <a:ext cx="12192000" cy="6402581"/>
          </a:xfrm>
          <a:prstGeom prst="rect">
            <a:avLst/>
          </a:prstGeom>
          <a:gradFill>
            <a:gsLst>
              <a:gs pos="1000">
                <a:schemeClr val="accent1">
                  <a:lumMod val="75000"/>
                  <a:alpha val="59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12088DD-B1AD-40E0-8B86-1D87A2CCD9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2663054" y="-2653923"/>
            <a:ext cx="6858001" cy="12165846"/>
          </a:xfrm>
          <a:prstGeom prst="rect">
            <a:avLst/>
          </a:prstGeom>
          <a:gradFill>
            <a:gsLst>
              <a:gs pos="13000">
                <a:schemeClr val="accent1">
                  <a:lumMod val="50000"/>
                  <a:alpha val="0"/>
                </a:schemeClr>
              </a:gs>
              <a:gs pos="99000">
                <a:srgbClr val="000000">
                  <a:alpha val="2800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C4C9F2B0-1044-46EB-8AEB-C3BFFDE6C2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094763" y="0"/>
            <a:ext cx="6096001" cy="6858000"/>
          </a:xfrm>
          <a:prstGeom prst="rect">
            <a:avLst/>
          </a:prstGeom>
          <a:gradFill>
            <a:gsLst>
              <a:gs pos="13000">
                <a:schemeClr val="accent1">
                  <a:lumMod val="50000"/>
                  <a:alpha val="0"/>
                </a:schemeClr>
              </a:gs>
              <a:gs pos="99000">
                <a:schemeClr val="accent1">
                  <a:lumMod val="75000"/>
                  <a:alpha val="50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0C395952-4E26-45A2-8756-2ADFD6E53C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4" y="-3"/>
            <a:ext cx="12182871" cy="6871922"/>
          </a:xfrm>
          <a:prstGeom prst="rect">
            <a:avLst/>
          </a:prstGeom>
          <a:gradFill>
            <a:gsLst>
              <a:gs pos="13000">
                <a:srgbClr val="000000">
                  <a:alpha val="35000"/>
                </a:srgbClr>
              </a:gs>
              <a:gs pos="99000">
                <a:schemeClr val="accent1">
                  <a:lumMod val="75000"/>
                  <a:alpha val="0"/>
                </a:schemeClr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4" name="Freeform: Shape 43">
            <a:extLst>
              <a:ext uri="{FF2B5EF4-FFF2-40B4-BE49-F238E27FC236}">
                <a16:creationId xmlns:a16="http://schemas.microsoft.com/office/drawing/2014/main" id="{4734BADF-9461-4621-B112-2D7BABEA7D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87713" y="4049"/>
            <a:ext cx="10216576" cy="4729040"/>
          </a:xfrm>
          <a:custGeom>
            <a:avLst/>
            <a:gdLst>
              <a:gd name="connsiteX0" fmla="*/ 0 w 10216576"/>
              <a:gd name="connsiteY0" fmla="*/ 0 h 4729040"/>
              <a:gd name="connsiteX1" fmla="*/ 10216576 w 10216576"/>
              <a:gd name="connsiteY1" fmla="*/ 0 h 4729040"/>
              <a:gd name="connsiteX2" fmla="*/ 10210268 w 10216576"/>
              <a:gd name="connsiteY2" fmla="*/ 124944 h 4729040"/>
              <a:gd name="connsiteX3" fmla="*/ 5108288 w 10216576"/>
              <a:gd name="connsiteY3" fmla="*/ 4729040 h 4729040"/>
              <a:gd name="connsiteX4" fmla="*/ 6309 w 10216576"/>
              <a:gd name="connsiteY4" fmla="*/ 124944 h 4729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216576" h="4729040">
                <a:moveTo>
                  <a:pt x="0" y="0"/>
                </a:moveTo>
                <a:lnTo>
                  <a:pt x="10216576" y="0"/>
                </a:lnTo>
                <a:lnTo>
                  <a:pt x="10210268" y="124944"/>
                </a:lnTo>
                <a:cubicBezTo>
                  <a:pt x="9947637" y="2710997"/>
                  <a:pt x="7763635" y="4729040"/>
                  <a:pt x="5108288" y="4729040"/>
                </a:cubicBezTo>
                <a:cubicBezTo>
                  <a:pt x="2452942" y="4729040"/>
                  <a:pt x="268937" y="2710997"/>
                  <a:pt x="6309" y="124944"/>
                </a:cubicBezTo>
                <a:close/>
              </a:path>
            </a:pathLst>
          </a:custGeom>
          <a:gradFill>
            <a:gsLst>
              <a:gs pos="7000">
                <a:schemeClr val="accent1">
                  <a:lumMod val="50000"/>
                  <a:alpha val="4000"/>
                </a:schemeClr>
              </a:gs>
              <a:gs pos="99000">
                <a:schemeClr val="accent1">
                  <a:alpha val="24000"/>
                </a:schemeClr>
              </a:gs>
            </a:gsLst>
            <a:lin ang="10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268DD5-CC22-033B-423F-105AB9356D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26693" y="1030406"/>
            <a:ext cx="8147713" cy="3081242"/>
          </a:xfrm>
        </p:spPr>
        <p:txBody>
          <a:bodyPr anchor="ctr">
            <a:normAutofit/>
          </a:bodyPr>
          <a:lstStyle/>
          <a:p>
            <a:r>
              <a:rPr lang="en-GB" sz="4800" dirty="0">
                <a:solidFill>
                  <a:srgbClr val="FFFFFF"/>
                </a:solidFill>
              </a:rPr>
              <a:t>Competitive Study Application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D53D451-8E42-3377-D294-819F1BC37F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62562" y="4605966"/>
            <a:ext cx="9078628" cy="564620"/>
          </a:xfrm>
        </p:spPr>
        <p:txBody>
          <a:bodyPr anchor="ctr">
            <a:normAutofit/>
          </a:bodyPr>
          <a:lstStyle/>
          <a:p>
            <a:r>
              <a:rPr lang="en-GB" sz="1100" dirty="0">
                <a:solidFill>
                  <a:srgbClr val="FFFFFF"/>
                </a:solidFill>
              </a:rPr>
              <a:t>Advanced Web Development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7F058C58-2475-DF8A-0AA0-6E8393328122}"/>
              </a:ext>
            </a:extLst>
          </p:cNvPr>
          <p:cNvSpPr txBox="1">
            <a:spLocks/>
          </p:cNvSpPr>
          <p:nvPr/>
        </p:nvSpPr>
        <p:spPr>
          <a:xfrm>
            <a:off x="1550810" y="4888277"/>
            <a:ext cx="9078628" cy="8606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 rtl="0" eaLnBrk="1" latinLnBrk="0" hangingPunct="1">
              <a:lnSpc>
                <a:spcPct val="90000"/>
              </a:lnSpc>
              <a:spcBef>
                <a:spcPts val="1000"/>
              </a:spcBef>
            </a:pPr>
            <a:r>
              <a:rPr lang="en-GB" sz="1100" kern="1200" dirty="0">
                <a:solidFill>
                  <a:srgbClr val="FFFFFF"/>
                </a:solidFill>
                <a:effectLst/>
                <a:latin typeface="Aptos" panose="020B0004020202020204" pitchFamily="34" charset="0"/>
                <a:ea typeface="+mn-ea"/>
                <a:cs typeface="+mn-cs"/>
              </a:rPr>
              <a:t>Danyal Shah</a:t>
            </a:r>
            <a:endParaRPr lang="en-GB" sz="1100" dirty="0">
              <a:effectLst/>
            </a:endParaRPr>
          </a:p>
          <a:p>
            <a:pPr marL="0" indent="0" algn="ctr" rtl="0" eaLnBrk="1" latinLnBrk="0" hangingPunct="1">
              <a:lnSpc>
                <a:spcPct val="90000"/>
              </a:lnSpc>
              <a:spcBef>
                <a:spcPts val="1000"/>
              </a:spcBef>
            </a:pPr>
            <a:r>
              <a:rPr lang="en-GB" sz="1100" kern="1200" dirty="0">
                <a:solidFill>
                  <a:srgbClr val="FFFFFF"/>
                </a:solidFill>
                <a:effectLst/>
                <a:latin typeface="Aptos" panose="020B0004020202020204" pitchFamily="34" charset="0"/>
                <a:ea typeface="+mn-ea"/>
                <a:cs typeface="+mn-cs"/>
              </a:rPr>
              <a:t>Supervisor: Christos </a:t>
            </a:r>
            <a:r>
              <a:rPr lang="en-GB" sz="1100" kern="1200" dirty="0" err="1">
                <a:solidFill>
                  <a:srgbClr val="FFFFFF"/>
                </a:solidFill>
                <a:effectLst/>
                <a:latin typeface="Aptos" panose="020B0004020202020204" pitchFamily="34" charset="0"/>
                <a:ea typeface="+mn-ea"/>
                <a:cs typeface="+mn-cs"/>
              </a:rPr>
              <a:t>Dexiades</a:t>
            </a:r>
            <a:endParaRPr lang="en-GB" sz="110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7628614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  <p:bldP spid="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A106F8A-F56E-3712-DC41-73A28921D1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GB" sz="4000">
                <a:solidFill>
                  <a:srgbClr val="FFFFFF"/>
                </a:solidFill>
              </a:rPr>
              <a:t>Introduction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2E69B329-ECAA-3F3A-AD8B-BD3F052A250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67903767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5513708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7" name="Rectangle 36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2ADC60-7C02-1F39-9D90-29E04DB950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GB" sz="4000">
                <a:solidFill>
                  <a:srgbClr val="FFFFFF"/>
                </a:solidFill>
              </a:rPr>
              <a:t>Background</a:t>
            </a:r>
          </a:p>
        </p:txBody>
      </p:sp>
      <p:graphicFrame>
        <p:nvGraphicFramePr>
          <p:cNvPr id="21" name="Content Placeholder 2">
            <a:extLst>
              <a:ext uri="{FF2B5EF4-FFF2-40B4-BE49-F238E27FC236}">
                <a16:creationId xmlns:a16="http://schemas.microsoft.com/office/drawing/2014/main" id="{B4D71839-816B-952F-D506-F0D1A9A7355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54260482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0503271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0" name="Rectangle 59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414DA3-1029-FF45-6EA9-D4CD47525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GB" sz="4000">
                <a:solidFill>
                  <a:srgbClr val="FFFFFF"/>
                </a:solidFill>
              </a:rPr>
              <a:t>How Does It Work?</a:t>
            </a:r>
          </a:p>
        </p:txBody>
      </p:sp>
      <p:graphicFrame>
        <p:nvGraphicFramePr>
          <p:cNvPr id="16" name="Content Placeholder 2">
            <a:extLst>
              <a:ext uri="{FF2B5EF4-FFF2-40B4-BE49-F238E27FC236}">
                <a16:creationId xmlns:a16="http://schemas.microsoft.com/office/drawing/2014/main" id="{D7ACD6ED-CA26-93A1-A7E2-1F2B508662D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17836683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6065695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BFFAD5A-AD45-07E0-B5AE-5092F35436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GB" sz="4000">
                <a:solidFill>
                  <a:srgbClr val="FFFFFF"/>
                </a:solidFill>
              </a:rPr>
              <a:t>Features</a:t>
            </a:r>
          </a:p>
        </p:txBody>
      </p:sp>
      <p:graphicFrame>
        <p:nvGraphicFramePr>
          <p:cNvPr id="21" name="Content Placeholder 2">
            <a:extLst>
              <a:ext uri="{FF2B5EF4-FFF2-40B4-BE49-F238E27FC236}">
                <a16:creationId xmlns:a16="http://schemas.microsoft.com/office/drawing/2014/main" id="{A6DE1182-ECB6-7C1C-F50D-67524769BF0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70495251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8205835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4D6195C-313B-5E2F-298D-099FA66EE0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Demonstration</a:t>
            </a:r>
          </a:p>
        </p:txBody>
      </p:sp>
      <p:pic>
        <p:nvPicPr>
          <p:cNvPr id="5" name="Screen Recording 2024-12-04 160025">
            <a:hlinkClick r:id="" action="ppaction://media"/>
            <a:extLst>
              <a:ext uri="{FF2B5EF4-FFF2-40B4-BE49-F238E27FC236}">
                <a16:creationId xmlns:a16="http://schemas.microsoft.com/office/drawing/2014/main" id="{F3B8AD1F-04B6-68DC-7B34-7A2542BFAFCF}"/>
              </a:ext>
            </a:extLst>
          </p:cNvPr>
          <p:cNvPicPr>
            <a:picLocks noGrp="1" noChangeAspect="1"/>
          </p:cNvPicPr>
          <p:nvPr>
            <p:ph idx="1"/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598867" y="1966293"/>
            <a:ext cx="8994264" cy="4452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22175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9400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488F58E-4B14-48A5-42D5-62897D5EA0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GB" sz="4000">
                <a:solidFill>
                  <a:srgbClr val="FFFFFF"/>
                </a:solidFill>
              </a:rPr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203801-6E7B-4593-E848-3C3CEC94E1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endParaRPr lang="en-GB" sz="2000"/>
          </a:p>
        </p:txBody>
      </p:sp>
    </p:spTree>
    <p:extLst>
      <p:ext uri="{BB962C8B-B14F-4D97-AF65-F5344CB8AC3E}">
        <p14:creationId xmlns:p14="http://schemas.microsoft.com/office/powerpoint/2010/main" val="17402415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</TotalTime>
  <Words>178</Words>
  <Application>Microsoft Office PowerPoint</Application>
  <PresentationFormat>Widescreen</PresentationFormat>
  <Paragraphs>43</Paragraphs>
  <Slides>7</Slides>
  <Notes>0</Notes>
  <HiddenSlides>0</HiddenSlides>
  <MMClips>1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Theme</vt:lpstr>
      <vt:lpstr>Competitive Study Application</vt:lpstr>
      <vt:lpstr>Introduction</vt:lpstr>
      <vt:lpstr>Background</vt:lpstr>
      <vt:lpstr>How Does It Work?</vt:lpstr>
      <vt:lpstr>Features</vt:lpstr>
      <vt:lpstr>Demonstration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Danyal Shah</dc:creator>
  <cp:lastModifiedBy>Danyal Shah</cp:lastModifiedBy>
  <cp:revision>7</cp:revision>
  <dcterms:created xsi:type="dcterms:W3CDTF">2024-12-03T19:27:07Z</dcterms:created>
  <dcterms:modified xsi:type="dcterms:W3CDTF">2024-12-04T16:22:30Z</dcterms:modified>
</cp:coreProperties>
</file>