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1" r:id="rId5"/>
    <p:sldId id="259" r:id="rId6"/>
    <p:sldId id="260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0" d="100"/>
          <a:sy n="100" d="100"/>
        </p:scale>
        <p:origin x="96" y="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9459EC-2793-6485-BE19-DE671D7816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CFE3F20-404B-4AB8-4C3A-9323C432716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87D9C9-D644-C173-0D13-C17E2DA5D4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BE7D09-1260-4638-99DF-38FAFE54D6CF}" type="datetimeFigureOut">
              <a:rPr lang="en-GB" smtClean="0"/>
              <a:t>04/12/2024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39A0D1-EAFB-BAEB-9F00-CE2849458B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87F393-5F34-E450-A6D1-C127191DDE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33EE54-6DD0-46B2-9382-3184D05A017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786702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D83742-FF53-046F-B22A-2F0C1A9270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EB0835-0ED6-4898-9793-BFD4488B01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6863CE-129B-978B-F2F7-FB9D85D6ED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BE7D09-1260-4638-99DF-38FAFE54D6CF}" type="datetimeFigureOut">
              <a:rPr lang="en-GB" smtClean="0"/>
              <a:t>04/12/2024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916399-1EA2-395A-41E1-802B98664D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0F8BF6-AA93-F5A4-994E-373F51B055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33EE54-6DD0-46B2-9382-3184D05A017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208084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7328C2-95E9-C83D-3EEA-8CF9FACE2C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37DEC7-4F1F-A20B-0622-6BD2B7E937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DBC7CA-2219-3449-0129-419079B87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BE7D09-1260-4638-99DF-38FAFE54D6CF}" type="datetimeFigureOut">
              <a:rPr lang="en-GB" smtClean="0"/>
              <a:t>04/12/2024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D8D1B6-4F69-0AE6-10CA-F0CF1397FE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64A5E7-4FFA-4218-DCE7-2123D91B62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33EE54-6DD0-46B2-9382-3184D05A017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272201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B005F0-B607-9FDF-6873-58E762BCAD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7E29D7-AC20-BEA8-DC6D-38B72732BB9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2A8FE67-68A0-2626-B6DE-4D68742BFE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327C36-5F93-8E81-E501-703D0FF174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BE7D09-1260-4638-99DF-38FAFE54D6CF}" type="datetimeFigureOut">
              <a:rPr lang="en-GB" smtClean="0"/>
              <a:t>04/12/2024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DF6F3F-98F8-E298-75A4-E2A6CE226C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091221-812B-E8DD-C6E0-2D055A544D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33EE54-6DD0-46B2-9382-3184D05A017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589269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3C1E99-7185-5174-4EB6-ED80DE3095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C6578D-FCDD-82E1-1DB5-D206AF1D0C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8B8670E-AC44-5140-3428-2C0959CDE2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6EEA3F-D043-8C47-6928-7BA0040F731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C3C1FE5-A548-98EC-DA9C-A55C8309DC0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BD73F2B-69BF-4933-9E49-C378EBF2BB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BE7D09-1260-4638-99DF-38FAFE54D6CF}" type="datetimeFigureOut">
              <a:rPr lang="en-GB" smtClean="0"/>
              <a:t>04/12/2024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E4D1963-D1EC-F19E-17BD-CAE21DED06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A08FE06-1D11-69D6-07E4-6F0AF53CBD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33EE54-6DD0-46B2-9382-3184D05A017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449099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56998A-B7B9-41F6-2CF7-EC2543A7FA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61E78E3-5553-A3C4-2B4C-8795079E5E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BE7D09-1260-4638-99DF-38FAFE54D6CF}" type="datetimeFigureOut">
              <a:rPr lang="en-GB" smtClean="0"/>
              <a:t>04/12/2024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2DBFBEC-1F48-CB80-E471-EC24BD90B5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35FADF8-E24F-B04C-BFE1-BB834AF05E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33EE54-6DD0-46B2-9382-3184D05A017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916173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4E1A9C5-1693-6298-C69A-7AB498ACBA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BE7D09-1260-4638-99DF-38FAFE54D6CF}" type="datetimeFigureOut">
              <a:rPr lang="en-GB" smtClean="0"/>
              <a:t>04/12/2024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175F5F0-16AC-B230-E3F5-E3DB1A4990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EDEDFE-A37F-3AF7-B5CD-D4F27143B4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33EE54-6DD0-46B2-9382-3184D05A017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591168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410864-2B6E-62BE-7636-FD7E1C9B9E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E9FB8F-1FAD-786C-0C8F-64646DD7DB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D3B5956-615A-E746-110A-7DDD1FE66C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E42273-DA79-8CDB-586B-504A93E142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BE7D09-1260-4638-99DF-38FAFE54D6CF}" type="datetimeFigureOut">
              <a:rPr lang="en-GB" smtClean="0"/>
              <a:t>04/12/2024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ABC6E35-C32C-6BAA-930E-A75B04B6CD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DF463D-26EA-AE20-AF64-E5D11C87AC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33EE54-6DD0-46B2-9382-3184D05A017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806018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2DC531-EB7A-BE97-C571-C512091CD7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2BFDF93-693F-8676-B660-FC79A3722E3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E34672F-4C57-6F56-623E-19CFD4F3C5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83C8DFB-A264-2FB9-A29C-04F2886E4B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BE7D09-1260-4638-99DF-38FAFE54D6CF}" type="datetimeFigureOut">
              <a:rPr lang="en-GB" smtClean="0"/>
              <a:t>04/12/2024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5836104-48B1-2D9D-0DF2-BA99E553CA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D05527-7727-E3D9-D40C-163AFF1471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33EE54-6DD0-46B2-9382-3184D05A017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50667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BE6EAF-A9CB-7096-EB50-306E325794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6395234-D6C7-AA02-3B26-D4FDAA21AEB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BDB454-0999-76D1-3C2A-908CC525AA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BE7D09-1260-4638-99DF-38FAFE54D6CF}" type="datetimeFigureOut">
              <a:rPr lang="en-GB" smtClean="0"/>
              <a:t>04/12/2024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5EF4A2-A5A4-E39A-8BBB-CDF0B91211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5E29A3-DA1F-8055-E8B6-E601E1DC43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33EE54-6DD0-46B2-9382-3184D05A017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611903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1DAEE1C-4DC4-443E-F837-9214901740F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7304848-EC64-D08E-D210-C1CBE87070D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B5B340-9630-9883-08F7-46E3621859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BE7D09-1260-4638-99DF-38FAFE54D6CF}" type="datetimeFigureOut">
              <a:rPr lang="en-GB" smtClean="0"/>
              <a:t>04/12/2024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B0DD98-A750-DBAB-EA93-49C7D550BA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4D06B8-C4AF-8D49-B7F9-900DF95818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33EE54-6DD0-46B2-9382-3184D05A017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588712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3874486-00C2-FCBA-9C02-6C44E5D3B7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4EBA9F-A45C-5AD4-CCD3-E1C68C1303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74F331-44D8-7C2B-1427-0988FA39FDA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0BE7D09-1260-4638-99DF-38FAFE54D6CF}" type="datetimeFigureOut">
              <a:rPr lang="en-GB" smtClean="0"/>
              <a:t>04/12/2024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86BF78-326B-50F4-1462-433103F443A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DFDA99-0901-BB16-E68A-59DF4545712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A33EE54-6DD0-46B2-9382-3184D05A017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210911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268DD5-CC22-033B-423F-105AB9356DD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Competitive Study Application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D53D451-8E42-3377-D294-819F1BC37FA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Advanced Web Development</a:t>
            </a:r>
          </a:p>
        </p:txBody>
      </p:sp>
    </p:spTree>
    <p:extLst>
      <p:ext uri="{BB962C8B-B14F-4D97-AF65-F5344CB8AC3E}">
        <p14:creationId xmlns:p14="http://schemas.microsoft.com/office/powerpoint/2010/main" val="27628614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106F8A-F56E-3712-DC41-73A28921D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78912D-BE20-90F9-08A9-61A3717DFF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A Web Application designed to help students revise for exams</a:t>
            </a:r>
          </a:p>
          <a:p>
            <a:pPr lvl="1"/>
            <a:r>
              <a:rPr lang="en-GB" dirty="0"/>
              <a:t>Whilst facilitating their competitive nature</a:t>
            </a:r>
          </a:p>
          <a:p>
            <a:pPr lvl="1"/>
            <a:endParaRPr lang="en-GB" dirty="0"/>
          </a:p>
          <a:p>
            <a:r>
              <a:rPr lang="en-GB" dirty="0"/>
              <a:t>Components</a:t>
            </a:r>
          </a:p>
          <a:p>
            <a:pPr lvl="1"/>
            <a:r>
              <a:rPr lang="en-GB" dirty="0"/>
              <a:t>Frontend: Next.JS</a:t>
            </a:r>
          </a:p>
          <a:p>
            <a:pPr lvl="1"/>
            <a:r>
              <a:rPr lang="en-GB" dirty="0"/>
              <a:t>Backend: Spring Boot</a:t>
            </a:r>
          </a:p>
          <a:p>
            <a:pPr lvl="1"/>
            <a:r>
              <a:rPr lang="en-GB" dirty="0"/>
              <a:t>Database: PostgreSQL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513708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2ADC60-7C02-1F39-9D90-29E04DB950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Context – Why?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63B401-7303-CA4A-8FC2-729AC3C292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Students are very likely to distract themselves during revision</a:t>
            </a:r>
          </a:p>
          <a:p>
            <a:r>
              <a:rPr lang="en-GB" dirty="0"/>
              <a:t>They may also struggle to find one, or get bored easily</a:t>
            </a:r>
          </a:p>
          <a:p>
            <a:endParaRPr lang="en-GB" dirty="0"/>
          </a:p>
          <a:p>
            <a:r>
              <a:rPr lang="en-GB" dirty="0"/>
              <a:t>The idea – provide students with an incentive to make revision fun and return to study</a:t>
            </a:r>
          </a:p>
          <a:p>
            <a:r>
              <a:rPr lang="en-GB" dirty="0"/>
              <a:t>Achieved by using their competitive side</a:t>
            </a:r>
          </a:p>
          <a:p>
            <a:pPr lvl="1"/>
            <a:r>
              <a:rPr lang="en-GB" dirty="0"/>
              <a:t>Turning revision into a competition</a:t>
            </a:r>
          </a:p>
        </p:txBody>
      </p:sp>
    </p:spTree>
    <p:extLst>
      <p:ext uri="{BB962C8B-B14F-4D97-AF65-F5344CB8AC3E}">
        <p14:creationId xmlns:p14="http://schemas.microsoft.com/office/powerpoint/2010/main" val="30503271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414DA3-1029-FF45-6EA9-D4CD475250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How Does It Work?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AE6040-716C-D1EE-D7EC-8CE959847C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Student logs into their profile</a:t>
            </a:r>
          </a:p>
          <a:p>
            <a:r>
              <a:rPr lang="en-GB" dirty="0"/>
              <a:t>They can search for a subject to study</a:t>
            </a:r>
          </a:p>
          <a:p>
            <a:r>
              <a:rPr lang="en-GB" dirty="0"/>
              <a:t>Student chooses a topic to study, asked a series of questions</a:t>
            </a:r>
          </a:p>
          <a:p>
            <a:r>
              <a:rPr lang="en-GB" dirty="0"/>
              <a:t>Every incorrect attempt reduces available marks</a:t>
            </a:r>
          </a:p>
          <a:p>
            <a:r>
              <a:rPr lang="en-GB" dirty="0"/>
              <a:t>Marks earned are applied to student’s profile</a:t>
            </a:r>
          </a:p>
          <a:p>
            <a:r>
              <a:rPr lang="en-GB" dirty="0"/>
              <a:t>All marks will appear on a leaderboard.</a:t>
            </a:r>
          </a:p>
        </p:txBody>
      </p:sp>
    </p:spTree>
    <p:extLst>
      <p:ext uri="{BB962C8B-B14F-4D97-AF65-F5344CB8AC3E}">
        <p14:creationId xmlns:p14="http://schemas.microsoft.com/office/powerpoint/2010/main" val="26065695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FFAD5A-AD45-07E0-B5AE-5092F35436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Features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FDFDD8-2968-0124-197A-5D42E2958D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GB" dirty="0"/>
              <a:t>Implemented</a:t>
            </a:r>
          </a:p>
          <a:p>
            <a:pPr lvl="1"/>
            <a:r>
              <a:rPr lang="en-GB" dirty="0"/>
              <a:t>Account Creation &amp; Logging In</a:t>
            </a:r>
          </a:p>
          <a:p>
            <a:pPr lvl="1"/>
            <a:r>
              <a:rPr lang="en-GB" dirty="0"/>
              <a:t>Student Dashboard Prototype</a:t>
            </a:r>
          </a:p>
          <a:p>
            <a:pPr lvl="1"/>
            <a:r>
              <a:rPr lang="en-GB" dirty="0"/>
              <a:t>Subjects Selection with Topics</a:t>
            </a:r>
          </a:p>
          <a:p>
            <a:r>
              <a:rPr lang="en-GB" dirty="0"/>
              <a:t>Pending</a:t>
            </a:r>
          </a:p>
          <a:p>
            <a:pPr lvl="1"/>
            <a:r>
              <a:rPr lang="en-GB" dirty="0"/>
              <a:t>Questions For Each Topic</a:t>
            </a:r>
          </a:p>
          <a:p>
            <a:pPr lvl="1"/>
            <a:r>
              <a:rPr lang="en-GB" dirty="0"/>
              <a:t>Points System</a:t>
            </a:r>
          </a:p>
          <a:p>
            <a:pPr lvl="1"/>
            <a:r>
              <a:rPr lang="en-GB" dirty="0"/>
              <a:t>Leaderboard</a:t>
            </a:r>
          </a:p>
          <a:p>
            <a:pPr lvl="1"/>
            <a:r>
              <a:rPr lang="en-GB" dirty="0"/>
              <a:t>Admin Profiles</a:t>
            </a:r>
          </a:p>
          <a:p>
            <a:r>
              <a:rPr lang="en-GB" dirty="0"/>
              <a:t>Potentially</a:t>
            </a:r>
          </a:p>
          <a:p>
            <a:pPr lvl="1"/>
            <a:r>
              <a:rPr lang="en-GB" dirty="0"/>
              <a:t>Tutor Profiles &amp; Classes</a:t>
            </a:r>
          </a:p>
          <a:p>
            <a:pPr lvl="1"/>
            <a:r>
              <a:rPr lang="en-GB" dirty="0"/>
              <a:t>Contests System</a:t>
            </a:r>
          </a:p>
        </p:txBody>
      </p:sp>
    </p:spTree>
    <p:extLst>
      <p:ext uri="{BB962C8B-B14F-4D97-AF65-F5344CB8AC3E}">
        <p14:creationId xmlns:p14="http://schemas.microsoft.com/office/powerpoint/2010/main" val="18205835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D6195C-313B-5E2F-298D-099FA66EE0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Demonstration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8DF30E-0105-D31E-8AA3-211BF86993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122175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88F58E-4B14-48A5-42D5-62897D5EA0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203801-6E7B-4593-E848-3C3CEC94E1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402415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</TotalTime>
  <Words>171</Words>
  <Application>Microsoft Office PowerPoint</Application>
  <PresentationFormat>Widescreen</PresentationFormat>
  <Paragraphs>39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Office Theme</vt:lpstr>
      <vt:lpstr>Competitive Study Application</vt:lpstr>
      <vt:lpstr>Introduction</vt:lpstr>
      <vt:lpstr>Context – Why?</vt:lpstr>
      <vt:lpstr>How Does It Work?</vt:lpstr>
      <vt:lpstr>Features</vt:lpstr>
      <vt:lpstr>Demonstration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Danyal Shah</dc:creator>
  <cp:lastModifiedBy>Danyal Shah</cp:lastModifiedBy>
  <cp:revision>3</cp:revision>
  <dcterms:created xsi:type="dcterms:W3CDTF">2024-12-03T19:27:07Z</dcterms:created>
  <dcterms:modified xsi:type="dcterms:W3CDTF">2024-12-04T11:54:18Z</dcterms:modified>
</cp:coreProperties>
</file>