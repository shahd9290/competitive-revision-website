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4" r:id="rId6"/>
    <p:sldId id="259" r:id="rId7"/>
    <p:sldId id="265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8BAEE0-2DB0-4335-AA5D-B011DC3A0582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7C64FFC-3E5A-4C78-B6CC-5162887BFB5A}">
      <dgm:prSet/>
      <dgm:spPr/>
      <dgm:t>
        <a:bodyPr/>
        <a:lstStyle/>
        <a:p>
          <a:pPr>
            <a:defRPr b="1"/>
          </a:pPr>
          <a:r>
            <a:rPr lang="en-GB"/>
            <a:t>A Web Application designed to help students revise for exams</a:t>
          </a:r>
          <a:endParaRPr lang="en-US"/>
        </a:p>
      </dgm:t>
    </dgm:pt>
    <dgm:pt modelId="{DA975EEF-5706-4D5E-B375-36D6B6C060ED}" type="parTrans" cxnId="{EB2951FE-8D72-489A-8171-EDA9FADA21BC}">
      <dgm:prSet/>
      <dgm:spPr/>
      <dgm:t>
        <a:bodyPr/>
        <a:lstStyle/>
        <a:p>
          <a:endParaRPr lang="en-US"/>
        </a:p>
      </dgm:t>
    </dgm:pt>
    <dgm:pt modelId="{CDA352A5-B08B-4293-AA40-57C01E94F593}" type="sibTrans" cxnId="{EB2951FE-8D72-489A-8171-EDA9FADA21BC}">
      <dgm:prSet/>
      <dgm:spPr/>
      <dgm:t>
        <a:bodyPr/>
        <a:lstStyle/>
        <a:p>
          <a:endParaRPr lang="en-US"/>
        </a:p>
      </dgm:t>
    </dgm:pt>
    <dgm:pt modelId="{C5201EFA-62EC-45EC-810A-3C55A458A755}">
      <dgm:prSet/>
      <dgm:spPr/>
      <dgm:t>
        <a:bodyPr/>
        <a:lstStyle/>
        <a:p>
          <a:r>
            <a:rPr lang="en-GB" dirty="0"/>
            <a:t>Whilst facilitating their competitive nature</a:t>
          </a:r>
          <a:endParaRPr lang="en-US" dirty="0"/>
        </a:p>
      </dgm:t>
    </dgm:pt>
    <dgm:pt modelId="{C6738D01-BE2D-40A9-B108-3BE6CDDD18D8}" type="parTrans" cxnId="{8BDE8122-6E0F-4FD6-A629-FF3FAA958754}">
      <dgm:prSet/>
      <dgm:spPr/>
      <dgm:t>
        <a:bodyPr/>
        <a:lstStyle/>
        <a:p>
          <a:endParaRPr lang="en-US"/>
        </a:p>
      </dgm:t>
    </dgm:pt>
    <dgm:pt modelId="{89AE07A3-D9C9-423E-A805-8E904A2F7C60}" type="sibTrans" cxnId="{8BDE8122-6E0F-4FD6-A629-FF3FAA958754}">
      <dgm:prSet/>
      <dgm:spPr/>
      <dgm:t>
        <a:bodyPr/>
        <a:lstStyle/>
        <a:p>
          <a:endParaRPr lang="en-US"/>
        </a:p>
      </dgm:t>
    </dgm:pt>
    <dgm:pt modelId="{DB5EE58E-E55A-4A27-90D1-8E091E097D4D}">
      <dgm:prSet/>
      <dgm:spPr/>
      <dgm:t>
        <a:bodyPr/>
        <a:lstStyle/>
        <a:p>
          <a:pPr>
            <a:defRPr b="1"/>
          </a:pPr>
          <a:r>
            <a:rPr lang="en-GB"/>
            <a:t>Components</a:t>
          </a:r>
          <a:endParaRPr lang="en-US"/>
        </a:p>
      </dgm:t>
    </dgm:pt>
    <dgm:pt modelId="{1720B4E4-D4B5-4D26-ACB3-A2C0A3304C22}" type="parTrans" cxnId="{2FD720D2-6521-4599-8918-6A6FBC115CCA}">
      <dgm:prSet/>
      <dgm:spPr/>
      <dgm:t>
        <a:bodyPr/>
        <a:lstStyle/>
        <a:p>
          <a:endParaRPr lang="en-US"/>
        </a:p>
      </dgm:t>
    </dgm:pt>
    <dgm:pt modelId="{6ADB1EE3-7D9C-47FB-BD87-D1C28DF5D234}" type="sibTrans" cxnId="{2FD720D2-6521-4599-8918-6A6FBC115CCA}">
      <dgm:prSet/>
      <dgm:spPr/>
      <dgm:t>
        <a:bodyPr/>
        <a:lstStyle/>
        <a:p>
          <a:endParaRPr lang="en-US"/>
        </a:p>
      </dgm:t>
    </dgm:pt>
    <dgm:pt modelId="{31E10D32-4DA6-4807-8E37-02C1C46F0925}">
      <dgm:prSet/>
      <dgm:spPr/>
      <dgm:t>
        <a:bodyPr/>
        <a:lstStyle/>
        <a:p>
          <a:r>
            <a:rPr lang="en-GB"/>
            <a:t>Frontend: Next.JS</a:t>
          </a:r>
          <a:endParaRPr lang="en-US"/>
        </a:p>
      </dgm:t>
    </dgm:pt>
    <dgm:pt modelId="{FE579FBA-F221-4FEE-9A5C-6A7323EDCBF1}" type="parTrans" cxnId="{C86832A6-6557-4F87-BCEC-5D39239DBEE4}">
      <dgm:prSet/>
      <dgm:spPr/>
      <dgm:t>
        <a:bodyPr/>
        <a:lstStyle/>
        <a:p>
          <a:endParaRPr lang="en-US"/>
        </a:p>
      </dgm:t>
    </dgm:pt>
    <dgm:pt modelId="{13B851C1-9598-442C-9C7A-C59D1526A012}" type="sibTrans" cxnId="{C86832A6-6557-4F87-BCEC-5D39239DBEE4}">
      <dgm:prSet/>
      <dgm:spPr/>
      <dgm:t>
        <a:bodyPr/>
        <a:lstStyle/>
        <a:p>
          <a:endParaRPr lang="en-US"/>
        </a:p>
      </dgm:t>
    </dgm:pt>
    <dgm:pt modelId="{B1792B5E-7A14-40DF-9EED-46B9F41B28BD}">
      <dgm:prSet/>
      <dgm:spPr/>
      <dgm:t>
        <a:bodyPr/>
        <a:lstStyle/>
        <a:p>
          <a:r>
            <a:rPr lang="en-GB"/>
            <a:t>Backend: Spring Boot</a:t>
          </a:r>
          <a:endParaRPr lang="en-US"/>
        </a:p>
      </dgm:t>
    </dgm:pt>
    <dgm:pt modelId="{8E79848C-79A0-470C-A66B-8DD003AA34FB}" type="parTrans" cxnId="{282F05ED-92A7-45C5-BBF7-034A492A5891}">
      <dgm:prSet/>
      <dgm:spPr/>
      <dgm:t>
        <a:bodyPr/>
        <a:lstStyle/>
        <a:p>
          <a:endParaRPr lang="en-US"/>
        </a:p>
      </dgm:t>
    </dgm:pt>
    <dgm:pt modelId="{C850552C-2AB3-4962-AE4D-7E431D3E64DE}" type="sibTrans" cxnId="{282F05ED-92A7-45C5-BBF7-034A492A5891}">
      <dgm:prSet/>
      <dgm:spPr/>
      <dgm:t>
        <a:bodyPr/>
        <a:lstStyle/>
        <a:p>
          <a:endParaRPr lang="en-US"/>
        </a:p>
      </dgm:t>
    </dgm:pt>
    <dgm:pt modelId="{485A3D24-E028-4C0F-A5D8-E69D3034D011}">
      <dgm:prSet/>
      <dgm:spPr/>
      <dgm:t>
        <a:bodyPr/>
        <a:lstStyle/>
        <a:p>
          <a:r>
            <a:rPr lang="en-GB"/>
            <a:t>Database: PostgreSQL</a:t>
          </a:r>
          <a:endParaRPr lang="en-US"/>
        </a:p>
      </dgm:t>
    </dgm:pt>
    <dgm:pt modelId="{55C8FD4C-DA08-4688-9638-6D87DD77EF29}" type="parTrans" cxnId="{AADF73D9-0002-4DFA-9D52-DD0197D29B36}">
      <dgm:prSet/>
      <dgm:spPr/>
      <dgm:t>
        <a:bodyPr/>
        <a:lstStyle/>
        <a:p>
          <a:endParaRPr lang="en-US"/>
        </a:p>
      </dgm:t>
    </dgm:pt>
    <dgm:pt modelId="{31E0AA42-3D87-4A34-AAD9-0DE406809190}" type="sibTrans" cxnId="{AADF73D9-0002-4DFA-9D52-DD0197D29B36}">
      <dgm:prSet/>
      <dgm:spPr/>
      <dgm:t>
        <a:bodyPr/>
        <a:lstStyle/>
        <a:p>
          <a:endParaRPr lang="en-US"/>
        </a:p>
      </dgm:t>
    </dgm:pt>
    <dgm:pt modelId="{02E614C8-71F4-45D7-8626-082885DC04D7}" type="pres">
      <dgm:prSet presAssocID="{748BAEE0-2DB0-4335-AA5D-B011DC3A0582}" presName="root" presStyleCnt="0">
        <dgm:presLayoutVars>
          <dgm:dir/>
          <dgm:resizeHandles val="exact"/>
        </dgm:presLayoutVars>
      </dgm:prSet>
      <dgm:spPr/>
    </dgm:pt>
    <dgm:pt modelId="{115F0D7C-8730-442F-9786-79851AEFC448}" type="pres">
      <dgm:prSet presAssocID="{27C64FFC-3E5A-4C78-B6CC-5162887BFB5A}" presName="compNode" presStyleCnt="0"/>
      <dgm:spPr/>
    </dgm:pt>
    <dgm:pt modelId="{5F87BCB7-E7E3-4D64-9B9E-2923FF664D4C}" type="pres">
      <dgm:prSet presAssocID="{27C64FFC-3E5A-4C78-B6CC-5162887BFB5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5EDD8AAD-ED6B-418D-B0D0-A810C9AE6026}" type="pres">
      <dgm:prSet presAssocID="{27C64FFC-3E5A-4C78-B6CC-5162887BFB5A}" presName="iconSpace" presStyleCnt="0"/>
      <dgm:spPr/>
    </dgm:pt>
    <dgm:pt modelId="{75FDBC34-98CC-4E1C-A088-5BA305182935}" type="pres">
      <dgm:prSet presAssocID="{27C64FFC-3E5A-4C78-B6CC-5162887BFB5A}" presName="parTx" presStyleLbl="revTx" presStyleIdx="0" presStyleCnt="4">
        <dgm:presLayoutVars>
          <dgm:chMax val="0"/>
          <dgm:chPref val="0"/>
        </dgm:presLayoutVars>
      </dgm:prSet>
      <dgm:spPr/>
    </dgm:pt>
    <dgm:pt modelId="{682908AA-85D8-4218-9893-8400D1801403}" type="pres">
      <dgm:prSet presAssocID="{27C64FFC-3E5A-4C78-B6CC-5162887BFB5A}" presName="txSpace" presStyleCnt="0"/>
      <dgm:spPr/>
    </dgm:pt>
    <dgm:pt modelId="{7E119BE0-00ED-46E4-813C-9082E5632432}" type="pres">
      <dgm:prSet presAssocID="{27C64FFC-3E5A-4C78-B6CC-5162887BFB5A}" presName="desTx" presStyleLbl="revTx" presStyleIdx="1" presStyleCnt="4">
        <dgm:presLayoutVars/>
      </dgm:prSet>
      <dgm:spPr/>
    </dgm:pt>
    <dgm:pt modelId="{413A0692-AEB6-4CA1-B95E-63DDEAF089D9}" type="pres">
      <dgm:prSet presAssocID="{CDA352A5-B08B-4293-AA40-57C01E94F593}" presName="sibTrans" presStyleCnt="0"/>
      <dgm:spPr/>
    </dgm:pt>
    <dgm:pt modelId="{4BDCA4F2-7186-42B6-8C1B-A3BA9BD195C7}" type="pres">
      <dgm:prSet presAssocID="{DB5EE58E-E55A-4A27-90D1-8E091E097D4D}" presName="compNode" presStyleCnt="0"/>
      <dgm:spPr/>
    </dgm:pt>
    <dgm:pt modelId="{E59FB9B9-8371-4C73-82BA-323CD2879C61}" type="pres">
      <dgm:prSet presAssocID="{DB5EE58E-E55A-4A27-90D1-8E091E097D4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6A7EAB2-E8B4-4265-A355-E9370102A25A}" type="pres">
      <dgm:prSet presAssocID="{DB5EE58E-E55A-4A27-90D1-8E091E097D4D}" presName="iconSpace" presStyleCnt="0"/>
      <dgm:spPr/>
    </dgm:pt>
    <dgm:pt modelId="{A5A53E02-844A-4382-8DE6-AB869FD4F4FE}" type="pres">
      <dgm:prSet presAssocID="{DB5EE58E-E55A-4A27-90D1-8E091E097D4D}" presName="parTx" presStyleLbl="revTx" presStyleIdx="2" presStyleCnt="4">
        <dgm:presLayoutVars>
          <dgm:chMax val="0"/>
          <dgm:chPref val="0"/>
        </dgm:presLayoutVars>
      </dgm:prSet>
      <dgm:spPr/>
    </dgm:pt>
    <dgm:pt modelId="{885CDC40-2E5D-424B-A58B-F1F84A0414E4}" type="pres">
      <dgm:prSet presAssocID="{DB5EE58E-E55A-4A27-90D1-8E091E097D4D}" presName="txSpace" presStyleCnt="0"/>
      <dgm:spPr/>
    </dgm:pt>
    <dgm:pt modelId="{9CB32483-B33A-4E87-AEDF-55A4FDC414F6}" type="pres">
      <dgm:prSet presAssocID="{DB5EE58E-E55A-4A27-90D1-8E091E097D4D}" presName="desTx" presStyleLbl="revTx" presStyleIdx="3" presStyleCnt="4">
        <dgm:presLayoutVars/>
      </dgm:prSet>
      <dgm:spPr/>
    </dgm:pt>
  </dgm:ptLst>
  <dgm:cxnLst>
    <dgm:cxn modelId="{7C4F4F17-77AD-4290-80C1-3D5A838E3D5A}" type="presOf" srcId="{C5201EFA-62EC-45EC-810A-3C55A458A755}" destId="{7E119BE0-00ED-46E4-813C-9082E5632432}" srcOrd="0" destOrd="0" presId="urn:microsoft.com/office/officeart/2018/5/layout/CenteredIconLabelDescriptionList"/>
    <dgm:cxn modelId="{8BDE8122-6E0F-4FD6-A629-FF3FAA958754}" srcId="{27C64FFC-3E5A-4C78-B6CC-5162887BFB5A}" destId="{C5201EFA-62EC-45EC-810A-3C55A458A755}" srcOrd="0" destOrd="0" parTransId="{C6738D01-BE2D-40A9-B108-3BE6CDDD18D8}" sibTransId="{89AE07A3-D9C9-423E-A805-8E904A2F7C60}"/>
    <dgm:cxn modelId="{EDE2752B-77B3-4CFA-900F-FE0EC8B6BD38}" type="presOf" srcId="{748BAEE0-2DB0-4335-AA5D-B011DC3A0582}" destId="{02E614C8-71F4-45D7-8626-082885DC04D7}" srcOrd="0" destOrd="0" presId="urn:microsoft.com/office/officeart/2018/5/layout/CenteredIconLabelDescriptionList"/>
    <dgm:cxn modelId="{D469DB45-45DF-468F-B19B-01BE10BB5FA4}" type="presOf" srcId="{DB5EE58E-E55A-4A27-90D1-8E091E097D4D}" destId="{A5A53E02-844A-4382-8DE6-AB869FD4F4FE}" srcOrd="0" destOrd="0" presId="urn:microsoft.com/office/officeart/2018/5/layout/CenteredIconLabelDescriptionList"/>
    <dgm:cxn modelId="{578EDA47-597C-4A15-B8F4-7D01D5C9B39B}" type="presOf" srcId="{31E10D32-4DA6-4807-8E37-02C1C46F0925}" destId="{9CB32483-B33A-4E87-AEDF-55A4FDC414F6}" srcOrd="0" destOrd="0" presId="urn:microsoft.com/office/officeart/2018/5/layout/CenteredIconLabelDescriptionList"/>
    <dgm:cxn modelId="{4B62F382-3CC4-47BD-9E8C-16867849AAE6}" type="presOf" srcId="{B1792B5E-7A14-40DF-9EED-46B9F41B28BD}" destId="{9CB32483-B33A-4E87-AEDF-55A4FDC414F6}" srcOrd="0" destOrd="1" presId="urn:microsoft.com/office/officeart/2018/5/layout/CenteredIconLabelDescriptionList"/>
    <dgm:cxn modelId="{0F0701A2-06EE-46B5-98EF-58B7BF1ECE2E}" type="presOf" srcId="{485A3D24-E028-4C0F-A5D8-E69D3034D011}" destId="{9CB32483-B33A-4E87-AEDF-55A4FDC414F6}" srcOrd="0" destOrd="2" presId="urn:microsoft.com/office/officeart/2018/5/layout/CenteredIconLabelDescriptionList"/>
    <dgm:cxn modelId="{C86832A6-6557-4F87-BCEC-5D39239DBEE4}" srcId="{DB5EE58E-E55A-4A27-90D1-8E091E097D4D}" destId="{31E10D32-4DA6-4807-8E37-02C1C46F0925}" srcOrd="0" destOrd="0" parTransId="{FE579FBA-F221-4FEE-9A5C-6A7323EDCBF1}" sibTransId="{13B851C1-9598-442C-9C7A-C59D1526A012}"/>
    <dgm:cxn modelId="{2FD720D2-6521-4599-8918-6A6FBC115CCA}" srcId="{748BAEE0-2DB0-4335-AA5D-B011DC3A0582}" destId="{DB5EE58E-E55A-4A27-90D1-8E091E097D4D}" srcOrd="1" destOrd="0" parTransId="{1720B4E4-D4B5-4D26-ACB3-A2C0A3304C22}" sibTransId="{6ADB1EE3-7D9C-47FB-BD87-D1C28DF5D234}"/>
    <dgm:cxn modelId="{AADF73D9-0002-4DFA-9D52-DD0197D29B36}" srcId="{DB5EE58E-E55A-4A27-90D1-8E091E097D4D}" destId="{485A3D24-E028-4C0F-A5D8-E69D3034D011}" srcOrd="2" destOrd="0" parTransId="{55C8FD4C-DA08-4688-9638-6D87DD77EF29}" sibTransId="{31E0AA42-3D87-4A34-AAD9-0DE406809190}"/>
    <dgm:cxn modelId="{FBA2CFE8-D6AB-4609-8181-8B790D103004}" type="presOf" srcId="{27C64FFC-3E5A-4C78-B6CC-5162887BFB5A}" destId="{75FDBC34-98CC-4E1C-A088-5BA305182935}" srcOrd="0" destOrd="0" presId="urn:microsoft.com/office/officeart/2018/5/layout/CenteredIconLabelDescriptionList"/>
    <dgm:cxn modelId="{282F05ED-92A7-45C5-BBF7-034A492A5891}" srcId="{DB5EE58E-E55A-4A27-90D1-8E091E097D4D}" destId="{B1792B5E-7A14-40DF-9EED-46B9F41B28BD}" srcOrd="1" destOrd="0" parTransId="{8E79848C-79A0-470C-A66B-8DD003AA34FB}" sibTransId="{C850552C-2AB3-4962-AE4D-7E431D3E64DE}"/>
    <dgm:cxn modelId="{EB2951FE-8D72-489A-8171-EDA9FADA21BC}" srcId="{748BAEE0-2DB0-4335-AA5D-B011DC3A0582}" destId="{27C64FFC-3E5A-4C78-B6CC-5162887BFB5A}" srcOrd="0" destOrd="0" parTransId="{DA975EEF-5706-4D5E-B375-36D6B6C060ED}" sibTransId="{CDA352A5-B08B-4293-AA40-57C01E94F593}"/>
    <dgm:cxn modelId="{84189EA8-B1A9-4C36-9806-ABF6648FD880}" type="presParOf" srcId="{02E614C8-71F4-45D7-8626-082885DC04D7}" destId="{115F0D7C-8730-442F-9786-79851AEFC448}" srcOrd="0" destOrd="0" presId="urn:microsoft.com/office/officeart/2018/5/layout/CenteredIconLabelDescriptionList"/>
    <dgm:cxn modelId="{9C3A3144-BFA3-46D7-B002-22ADF8986FAA}" type="presParOf" srcId="{115F0D7C-8730-442F-9786-79851AEFC448}" destId="{5F87BCB7-E7E3-4D64-9B9E-2923FF664D4C}" srcOrd="0" destOrd="0" presId="urn:microsoft.com/office/officeart/2018/5/layout/CenteredIconLabelDescriptionList"/>
    <dgm:cxn modelId="{7DD96A47-7C1C-40BD-AE84-E575BB936B86}" type="presParOf" srcId="{115F0D7C-8730-442F-9786-79851AEFC448}" destId="{5EDD8AAD-ED6B-418D-B0D0-A810C9AE6026}" srcOrd="1" destOrd="0" presId="urn:microsoft.com/office/officeart/2018/5/layout/CenteredIconLabelDescriptionList"/>
    <dgm:cxn modelId="{C74CC0F3-B531-4321-9BBF-908EC0BD1925}" type="presParOf" srcId="{115F0D7C-8730-442F-9786-79851AEFC448}" destId="{75FDBC34-98CC-4E1C-A088-5BA305182935}" srcOrd="2" destOrd="0" presId="urn:microsoft.com/office/officeart/2018/5/layout/CenteredIconLabelDescriptionList"/>
    <dgm:cxn modelId="{CB0E77AA-03AE-4F8F-8D9C-4A1097B1A254}" type="presParOf" srcId="{115F0D7C-8730-442F-9786-79851AEFC448}" destId="{682908AA-85D8-4218-9893-8400D1801403}" srcOrd="3" destOrd="0" presId="urn:microsoft.com/office/officeart/2018/5/layout/CenteredIconLabelDescriptionList"/>
    <dgm:cxn modelId="{53DE80FA-5FBF-404A-A0A1-AEDF2AE2CEBF}" type="presParOf" srcId="{115F0D7C-8730-442F-9786-79851AEFC448}" destId="{7E119BE0-00ED-46E4-813C-9082E5632432}" srcOrd="4" destOrd="0" presId="urn:microsoft.com/office/officeart/2018/5/layout/CenteredIconLabelDescriptionList"/>
    <dgm:cxn modelId="{9F52ACF5-D3B4-4664-8312-77ED7F5B612B}" type="presParOf" srcId="{02E614C8-71F4-45D7-8626-082885DC04D7}" destId="{413A0692-AEB6-4CA1-B95E-63DDEAF089D9}" srcOrd="1" destOrd="0" presId="urn:microsoft.com/office/officeart/2018/5/layout/CenteredIconLabelDescriptionList"/>
    <dgm:cxn modelId="{4A138441-81FF-4FBA-A883-275AEE1D9502}" type="presParOf" srcId="{02E614C8-71F4-45D7-8626-082885DC04D7}" destId="{4BDCA4F2-7186-42B6-8C1B-A3BA9BD195C7}" srcOrd="2" destOrd="0" presId="urn:microsoft.com/office/officeart/2018/5/layout/CenteredIconLabelDescriptionList"/>
    <dgm:cxn modelId="{AF2E31C9-B888-42C7-8F01-01569691F6EE}" type="presParOf" srcId="{4BDCA4F2-7186-42B6-8C1B-A3BA9BD195C7}" destId="{E59FB9B9-8371-4C73-82BA-323CD2879C61}" srcOrd="0" destOrd="0" presId="urn:microsoft.com/office/officeart/2018/5/layout/CenteredIconLabelDescriptionList"/>
    <dgm:cxn modelId="{1E4D61A8-477B-4AEA-BA2F-146CEE693B05}" type="presParOf" srcId="{4BDCA4F2-7186-42B6-8C1B-A3BA9BD195C7}" destId="{26A7EAB2-E8B4-4265-A355-E9370102A25A}" srcOrd="1" destOrd="0" presId="urn:microsoft.com/office/officeart/2018/5/layout/CenteredIconLabelDescriptionList"/>
    <dgm:cxn modelId="{33AF8820-3CA0-4BFB-B704-278FD60F8684}" type="presParOf" srcId="{4BDCA4F2-7186-42B6-8C1B-A3BA9BD195C7}" destId="{A5A53E02-844A-4382-8DE6-AB869FD4F4FE}" srcOrd="2" destOrd="0" presId="urn:microsoft.com/office/officeart/2018/5/layout/CenteredIconLabelDescriptionList"/>
    <dgm:cxn modelId="{C60EB5FA-0B13-48EC-9B6D-517455360D43}" type="presParOf" srcId="{4BDCA4F2-7186-42B6-8C1B-A3BA9BD195C7}" destId="{885CDC40-2E5D-424B-A58B-F1F84A0414E4}" srcOrd="3" destOrd="0" presId="urn:microsoft.com/office/officeart/2018/5/layout/CenteredIconLabelDescriptionList"/>
    <dgm:cxn modelId="{2C07FFAA-F2CC-48DA-9DA3-F49B0DA17FD6}" type="presParOf" srcId="{4BDCA4F2-7186-42B6-8C1B-A3BA9BD195C7}" destId="{9CB32483-B33A-4E87-AEDF-55A4FDC414F6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EDA79AE-E0E6-4532-B962-8CAB58308F06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3CE27CC-8BCF-4215-9461-17FC4453DD82}">
      <dgm:prSet/>
      <dgm:spPr/>
      <dgm:t>
        <a:bodyPr/>
        <a:lstStyle/>
        <a:p>
          <a:r>
            <a:rPr lang="en-GB" dirty="0"/>
            <a:t>Students are very likely to distract themselves during revision</a:t>
          </a:r>
          <a:endParaRPr lang="en-US" dirty="0"/>
        </a:p>
      </dgm:t>
    </dgm:pt>
    <dgm:pt modelId="{1E32D406-0C62-4729-88C9-B50955DB8D00}" type="parTrans" cxnId="{4049A362-F82C-4984-B547-BEB58B169481}">
      <dgm:prSet/>
      <dgm:spPr/>
      <dgm:t>
        <a:bodyPr/>
        <a:lstStyle/>
        <a:p>
          <a:endParaRPr lang="en-US"/>
        </a:p>
      </dgm:t>
    </dgm:pt>
    <dgm:pt modelId="{1377D8C4-8F02-4AE7-AC5B-501386DD4903}" type="sibTrans" cxnId="{4049A362-F82C-4984-B547-BEB58B169481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3FD538C3-7AFC-468B-A98E-C3592F324B78}">
      <dgm:prSet/>
      <dgm:spPr/>
      <dgm:t>
        <a:bodyPr/>
        <a:lstStyle/>
        <a:p>
          <a:r>
            <a:rPr lang="en-GB"/>
            <a:t>They may also struggle to find one, or get bored easily</a:t>
          </a:r>
          <a:endParaRPr lang="en-US"/>
        </a:p>
      </dgm:t>
    </dgm:pt>
    <dgm:pt modelId="{0F1CDA59-4EB1-41B0-87A1-86EBDBA73DAD}" type="parTrans" cxnId="{2EDB45A4-9AE8-4FBB-B102-5052FB6C769A}">
      <dgm:prSet/>
      <dgm:spPr/>
      <dgm:t>
        <a:bodyPr/>
        <a:lstStyle/>
        <a:p>
          <a:endParaRPr lang="en-US"/>
        </a:p>
      </dgm:t>
    </dgm:pt>
    <dgm:pt modelId="{FB126CD5-623E-4B1F-A9AA-0A640337B50C}" type="sibTrans" cxnId="{2EDB45A4-9AE8-4FBB-B102-5052FB6C769A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F8861C5F-D76A-4C66-97EB-008920C20486}">
      <dgm:prSet/>
      <dgm:spPr/>
      <dgm:t>
        <a:bodyPr/>
        <a:lstStyle/>
        <a:p>
          <a:r>
            <a:rPr lang="en-GB"/>
            <a:t>The idea – provide students with an incentive to make revision fun and return to study</a:t>
          </a:r>
          <a:endParaRPr lang="en-US"/>
        </a:p>
      </dgm:t>
    </dgm:pt>
    <dgm:pt modelId="{EC4D4F5A-CDE9-4E49-95A2-4E3599C603C7}" type="parTrans" cxnId="{5A465344-0588-44EE-A02E-04BB9B7AAFB4}">
      <dgm:prSet/>
      <dgm:spPr/>
      <dgm:t>
        <a:bodyPr/>
        <a:lstStyle/>
        <a:p>
          <a:endParaRPr lang="en-US"/>
        </a:p>
      </dgm:t>
    </dgm:pt>
    <dgm:pt modelId="{0F9F6D65-FDEB-48C1-B5D9-E248AE3EF58B}" type="sibTrans" cxnId="{5A465344-0588-44EE-A02E-04BB9B7AAFB4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E944B73F-FCE7-48F1-99A0-EE1E3F5E63EA}">
      <dgm:prSet/>
      <dgm:spPr/>
      <dgm:t>
        <a:bodyPr/>
        <a:lstStyle/>
        <a:p>
          <a:r>
            <a:rPr lang="en-GB"/>
            <a:t>Achieved by using their competitive side</a:t>
          </a:r>
          <a:endParaRPr lang="en-US"/>
        </a:p>
      </dgm:t>
    </dgm:pt>
    <dgm:pt modelId="{856E092C-0B30-498F-8423-42FA1190BA79}" type="parTrans" cxnId="{BE9B7640-18FF-4FB4-8F20-B0A66F4E62B7}">
      <dgm:prSet/>
      <dgm:spPr/>
      <dgm:t>
        <a:bodyPr/>
        <a:lstStyle/>
        <a:p>
          <a:endParaRPr lang="en-US"/>
        </a:p>
      </dgm:t>
    </dgm:pt>
    <dgm:pt modelId="{9212B355-769F-4657-8910-F50A83549E82}" type="sibTrans" cxnId="{BE9B7640-18FF-4FB4-8F20-B0A66F4E62B7}">
      <dgm:prSet phldrT="4"/>
      <dgm:spPr/>
      <dgm:t>
        <a:bodyPr/>
        <a:lstStyle/>
        <a:p>
          <a:r>
            <a:rPr lang="en-US"/>
            <a:t>4</a:t>
          </a:r>
        </a:p>
      </dgm:t>
    </dgm:pt>
    <dgm:pt modelId="{A98DB361-5F5B-4BDD-8547-B631E1322F14}">
      <dgm:prSet/>
      <dgm:spPr/>
      <dgm:t>
        <a:bodyPr/>
        <a:lstStyle/>
        <a:p>
          <a:r>
            <a:rPr lang="en-GB"/>
            <a:t>Turning revision into a competition</a:t>
          </a:r>
          <a:endParaRPr lang="en-US"/>
        </a:p>
      </dgm:t>
    </dgm:pt>
    <dgm:pt modelId="{555E8B21-0181-412F-AE39-93034374C39C}" type="parTrans" cxnId="{552BA540-0FEE-4B29-9776-F5BE713D1DA0}">
      <dgm:prSet/>
      <dgm:spPr/>
      <dgm:t>
        <a:bodyPr/>
        <a:lstStyle/>
        <a:p>
          <a:endParaRPr lang="en-US"/>
        </a:p>
      </dgm:t>
    </dgm:pt>
    <dgm:pt modelId="{C979D75F-EA85-4DAF-9175-A96DF2262945}" type="sibTrans" cxnId="{552BA540-0FEE-4B29-9776-F5BE713D1DA0}">
      <dgm:prSet/>
      <dgm:spPr/>
      <dgm:t>
        <a:bodyPr/>
        <a:lstStyle/>
        <a:p>
          <a:endParaRPr lang="en-US"/>
        </a:p>
      </dgm:t>
    </dgm:pt>
    <dgm:pt modelId="{1E62829F-E63B-40A1-8E6C-3B30D5ED63D7}" type="pres">
      <dgm:prSet presAssocID="{8EDA79AE-E0E6-4532-B962-8CAB58308F06}" presName="Name0" presStyleCnt="0">
        <dgm:presLayoutVars>
          <dgm:animLvl val="lvl"/>
          <dgm:resizeHandles val="exact"/>
        </dgm:presLayoutVars>
      </dgm:prSet>
      <dgm:spPr/>
    </dgm:pt>
    <dgm:pt modelId="{2B2FB3C3-FC90-461D-A7D3-BA3D6EAC4988}" type="pres">
      <dgm:prSet presAssocID="{D3CE27CC-8BCF-4215-9461-17FC4453DD82}" presName="compositeNode" presStyleCnt="0">
        <dgm:presLayoutVars>
          <dgm:bulletEnabled val="1"/>
        </dgm:presLayoutVars>
      </dgm:prSet>
      <dgm:spPr/>
    </dgm:pt>
    <dgm:pt modelId="{58B66CF1-AE87-47F8-BB70-926EAA63D425}" type="pres">
      <dgm:prSet presAssocID="{D3CE27CC-8BCF-4215-9461-17FC4453DD82}" presName="bgRect" presStyleLbl="bgAccFollowNode1" presStyleIdx="0" presStyleCnt="4"/>
      <dgm:spPr/>
    </dgm:pt>
    <dgm:pt modelId="{28E99E86-DB17-495B-83BC-81434D1C3599}" type="pres">
      <dgm:prSet presAssocID="{1377D8C4-8F02-4AE7-AC5B-501386DD4903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EA9BD1AF-B094-40CB-A256-212FCF471D2E}" type="pres">
      <dgm:prSet presAssocID="{D3CE27CC-8BCF-4215-9461-17FC4453DD82}" presName="bottomLine" presStyleLbl="alignNode1" presStyleIdx="1" presStyleCnt="8">
        <dgm:presLayoutVars/>
      </dgm:prSet>
      <dgm:spPr/>
    </dgm:pt>
    <dgm:pt modelId="{A103D2E7-AE5B-4B7D-9591-6DAC2AD932AA}" type="pres">
      <dgm:prSet presAssocID="{D3CE27CC-8BCF-4215-9461-17FC4453DD82}" presName="nodeText" presStyleLbl="bgAccFollowNode1" presStyleIdx="0" presStyleCnt="4">
        <dgm:presLayoutVars>
          <dgm:bulletEnabled val="1"/>
        </dgm:presLayoutVars>
      </dgm:prSet>
      <dgm:spPr/>
    </dgm:pt>
    <dgm:pt modelId="{B9128A4C-7FA4-4AAD-9ADA-F6AFA897B4E0}" type="pres">
      <dgm:prSet presAssocID="{1377D8C4-8F02-4AE7-AC5B-501386DD4903}" presName="sibTrans" presStyleCnt="0"/>
      <dgm:spPr/>
    </dgm:pt>
    <dgm:pt modelId="{64B0D4B8-327B-4EC1-B607-9FE8AB412E0E}" type="pres">
      <dgm:prSet presAssocID="{3FD538C3-7AFC-468B-A98E-C3592F324B78}" presName="compositeNode" presStyleCnt="0">
        <dgm:presLayoutVars>
          <dgm:bulletEnabled val="1"/>
        </dgm:presLayoutVars>
      </dgm:prSet>
      <dgm:spPr/>
    </dgm:pt>
    <dgm:pt modelId="{71ACD07E-5C5C-4127-82E6-825FD6C048C1}" type="pres">
      <dgm:prSet presAssocID="{3FD538C3-7AFC-468B-A98E-C3592F324B78}" presName="bgRect" presStyleLbl="bgAccFollowNode1" presStyleIdx="1" presStyleCnt="4"/>
      <dgm:spPr/>
    </dgm:pt>
    <dgm:pt modelId="{8C98C6A0-47E1-40AD-A3E7-9B666AB0C5F5}" type="pres">
      <dgm:prSet presAssocID="{FB126CD5-623E-4B1F-A9AA-0A640337B50C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2CE8BB85-B0DE-41EC-9ECC-16E6E5A24B03}" type="pres">
      <dgm:prSet presAssocID="{3FD538C3-7AFC-468B-A98E-C3592F324B78}" presName="bottomLine" presStyleLbl="alignNode1" presStyleIdx="3" presStyleCnt="8">
        <dgm:presLayoutVars/>
      </dgm:prSet>
      <dgm:spPr/>
    </dgm:pt>
    <dgm:pt modelId="{783CF98B-98D4-4F58-BC17-13C7C40A6442}" type="pres">
      <dgm:prSet presAssocID="{3FD538C3-7AFC-468B-A98E-C3592F324B78}" presName="nodeText" presStyleLbl="bgAccFollowNode1" presStyleIdx="1" presStyleCnt="4">
        <dgm:presLayoutVars>
          <dgm:bulletEnabled val="1"/>
        </dgm:presLayoutVars>
      </dgm:prSet>
      <dgm:spPr/>
    </dgm:pt>
    <dgm:pt modelId="{D7D33CBF-A782-407E-9D6F-04E12E84B0DE}" type="pres">
      <dgm:prSet presAssocID="{FB126CD5-623E-4B1F-A9AA-0A640337B50C}" presName="sibTrans" presStyleCnt="0"/>
      <dgm:spPr/>
    </dgm:pt>
    <dgm:pt modelId="{9ECD02B2-BC31-4BB1-99DC-0ED7C887B9F4}" type="pres">
      <dgm:prSet presAssocID="{F8861C5F-D76A-4C66-97EB-008920C20486}" presName="compositeNode" presStyleCnt="0">
        <dgm:presLayoutVars>
          <dgm:bulletEnabled val="1"/>
        </dgm:presLayoutVars>
      </dgm:prSet>
      <dgm:spPr/>
    </dgm:pt>
    <dgm:pt modelId="{CC955205-0AFE-4FFA-9761-717C3A20BA31}" type="pres">
      <dgm:prSet presAssocID="{F8861C5F-D76A-4C66-97EB-008920C20486}" presName="bgRect" presStyleLbl="bgAccFollowNode1" presStyleIdx="2" presStyleCnt="4"/>
      <dgm:spPr/>
    </dgm:pt>
    <dgm:pt modelId="{BD8B359F-68C6-4C65-B5BE-ECA982C2DC8C}" type="pres">
      <dgm:prSet presAssocID="{0F9F6D65-FDEB-48C1-B5D9-E248AE3EF58B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8FB8042C-C191-4F7B-9AFF-769D17D7DCB3}" type="pres">
      <dgm:prSet presAssocID="{F8861C5F-D76A-4C66-97EB-008920C20486}" presName="bottomLine" presStyleLbl="alignNode1" presStyleIdx="5" presStyleCnt="8">
        <dgm:presLayoutVars/>
      </dgm:prSet>
      <dgm:spPr/>
    </dgm:pt>
    <dgm:pt modelId="{75CEBB07-7B1E-4073-9B51-A875FD7FA8B4}" type="pres">
      <dgm:prSet presAssocID="{F8861C5F-D76A-4C66-97EB-008920C20486}" presName="nodeText" presStyleLbl="bgAccFollowNode1" presStyleIdx="2" presStyleCnt="4">
        <dgm:presLayoutVars>
          <dgm:bulletEnabled val="1"/>
        </dgm:presLayoutVars>
      </dgm:prSet>
      <dgm:spPr/>
    </dgm:pt>
    <dgm:pt modelId="{BA7CB3C1-B85D-4CD3-B6C6-4D719BB1CBFB}" type="pres">
      <dgm:prSet presAssocID="{0F9F6D65-FDEB-48C1-B5D9-E248AE3EF58B}" presName="sibTrans" presStyleCnt="0"/>
      <dgm:spPr/>
    </dgm:pt>
    <dgm:pt modelId="{EE4AB79D-F238-400E-A0A6-6B68E30B4BE3}" type="pres">
      <dgm:prSet presAssocID="{E944B73F-FCE7-48F1-99A0-EE1E3F5E63EA}" presName="compositeNode" presStyleCnt="0">
        <dgm:presLayoutVars>
          <dgm:bulletEnabled val="1"/>
        </dgm:presLayoutVars>
      </dgm:prSet>
      <dgm:spPr/>
    </dgm:pt>
    <dgm:pt modelId="{01E12256-1EBE-432E-865F-E9D10861CF0B}" type="pres">
      <dgm:prSet presAssocID="{E944B73F-FCE7-48F1-99A0-EE1E3F5E63EA}" presName="bgRect" presStyleLbl="bgAccFollowNode1" presStyleIdx="3" presStyleCnt="4"/>
      <dgm:spPr/>
    </dgm:pt>
    <dgm:pt modelId="{276A1B7E-4B93-4531-A3D8-F0CF495C9684}" type="pres">
      <dgm:prSet presAssocID="{9212B355-769F-4657-8910-F50A83549E82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7D9D54FF-E0CF-44D6-B567-B9A1C0D66C84}" type="pres">
      <dgm:prSet presAssocID="{E944B73F-FCE7-48F1-99A0-EE1E3F5E63EA}" presName="bottomLine" presStyleLbl="alignNode1" presStyleIdx="7" presStyleCnt="8">
        <dgm:presLayoutVars/>
      </dgm:prSet>
      <dgm:spPr/>
    </dgm:pt>
    <dgm:pt modelId="{FE7A5DE3-D2EC-4576-807B-840786080347}" type="pres">
      <dgm:prSet presAssocID="{E944B73F-FCE7-48F1-99A0-EE1E3F5E63EA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BC9ED037-BEF6-4B62-9F83-65627A6C4B36}" type="presOf" srcId="{3FD538C3-7AFC-468B-A98E-C3592F324B78}" destId="{783CF98B-98D4-4F58-BC17-13C7C40A6442}" srcOrd="1" destOrd="0" presId="urn:microsoft.com/office/officeart/2016/7/layout/BasicLinearProcessNumbered"/>
    <dgm:cxn modelId="{BE9B7640-18FF-4FB4-8F20-B0A66F4E62B7}" srcId="{8EDA79AE-E0E6-4532-B962-8CAB58308F06}" destId="{E944B73F-FCE7-48F1-99A0-EE1E3F5E63EA}" srcOrd="3" destOrd="0" parTransId="{856E092C-0B30-498F-8423-42FA1190BA79}" sibTransId="{9212B355-769F-4657-8910-F50A83549E82}"/>
    <dgm:cxn modelId="{552BA540-0FEE-4B29-9776-F5BE713D1DA0}" srcId="{E944B73F-FCE7-48F1-99A0-EE1E3F5E63EA}" destId="{A98DB361-5F5B-4BDD-8547-B631E1322F14}" srcOrd="0" destOrd="0" parTransId="{555E8B21-0181-412F-AE39-93034374C39C}" sibTransId="{C979D75F-EA85-4DAF-9175-A96DF2262945}"/>
    <dgm:cxn modelId="{4049A362-F82C-4984-B547-BEB58B169481}" srcId="{8EDA79AE-E0E6-4532-B962-8CAB58308F06}" destId="{D3CE27CC-8BCF-4215-9461-17FC4453DD82}" srcOrd="0" destOrd="0" parTransId="{1E32D406-0C62-4729-88C9-B50955DB8D00}" sibTransId="{1377D8C4-8F02-4AE7-AC5B-501386DD4903}"/>
    <dgm:cxn modelId="{5A465344-0588-44EE-A02E-04BB9B7AAFB4}" srcId="{8EDA79AE-E0E6-4532-B962-8CAB58308F06}" destId="{F8861C5F-D76A-4C66-97EB-008920C20486}" srcOrd="2" destOrd="0" parTransId="{EC4D4F5A-CDE9-4E49-95A2-4E3599C603C7}" sibTransId="{0F9F6D65-FDEB-48C1-B5D9-E248AE3EF58B}"/>
    <dgm:cxn modelId="{34AE8D44-F3CE-4065-AD78-D694FCDE6BBE}" type="presOf" srcId="{9212B355-769F-4657-8910-F50A83549E82}" destId="{276A1B7E-4B93-4531-A3D8-F0CF495C9684}" srcOrd="0" destOrd="0" presId="urn:microsoft.com/office/officeart/2016/7/layout/BasicLinearProcessNumbered"/>
    <dgm:cxn modelId="{B0B5EA52-5A88-4A7A-BA09-A2F5C218997E}" type="presOf" srcId="{8EDA79AE-E0E6-4532-B962-8CAB58308F06}" destId="{1E62829F-E63B-40A1-8E6C-3B30D5ED63D7}" srcOrd="0" destOrd="0" presId="urn:microsoft.com/office/officeart/2016/7/layout/BasicLinearProcessNumbered"/>
    <dgm:cxn modelId="{4A682984-1FBB-4873-AACB-992B2823F681}" type="presOf" srcId="{F8861C5F-D76A-4C66-97EB-008920C20486}" destId="{75CEBB07-7B1E-4073-9B51-A875FD7FA8B4}" srcOrd="1" destOrd="0" presId="urn:microsoft.com/office/officeart/2016/7/layout/BasicLinearProcessNumbered"/>
    <dgm:cxn modelId="{8EB1F588-C39A-4A6E-93E7-6DD1E572C198}" type="presOf" srcId="{E944B73F-FCE7-48F1-99A0-EE1E3F5E63EA}" destId="{FE7A5DE3-D2EC-4576-807B-840786080347}" srcOrd="1" destOrd="0" presId="urn:microsoft.com/office/officeart/2016/7/layout/BasicLinearProcessNumbered"/>
    <dgm:cxn modelId="{27600F8E-07DE-4096-B831-A397C5809AB0}" type="presOf" srcId="{1377D8C4-8F02-4AE7-AC5B-501386DD4903}" destId="{28E99E86-DB17-495B-83BC-81434D1C3599}" srcOrd="0" destOrd="0" presId="urn:microsoft.com/office/officeart/2016/7/layout/BasicLinearProcessNumbered"/>
    <dgm:cxn modelId="{3B4C0995-D81F-4278-BC64-84A10F28C255}" type="presOf" srcId="{A98DB361-5F5B-4BDD-8547-B631E1322F14}" destId="{FE7A5DE3-D2EC-4576-807B-840786080347}" srcOrd="0" destOrd="1" presId="urn:microsoft.com/office/officeart/2016/7/layout/BasicLinearProcessNumbered"/>
    <dgm:cxn modelId="{AEE91895-0A1F-4D89-8BF2-F126D16F95F6}" type="presOf" srcId="{0F9F6D65-FDEB-48C1-B5D9-E248AE3EF58B}" destId="{BD8B359F-68C6-4C65-B5BE-ECA982C2DC8C}" srcOrd="0" destOrd="0" presId="urn:microsoft.com/office/officeart/2016/7/layout/BasicLinearProcessNumbered"/>
    <dgm:cxn modelId="{A68CBD9A-E19F-4552-9D85-2D4B4A4988D9}" type="presOf" srcId="{F8861C5F-D76A-4C66-97EB-008920C20486}" destId="{CC955205-0AFE-4FFA-9761-717C3A20BA31}" srcOrd="0" destOrd="0" presId="urn:microsoft.com/office/officeart/2016/7/layout/BasicLinearProcessNumbered"/>
    <dgm:cxn modelId="{2EDB45A4-9AE8-4FBB-B102-5052FB6C769A}" srcId="{8EDA79AE-E0E6-4532-B962-8CAB58308F06}" destId="{3FD538C3-7AFC-468B-A98E-C3592F324B78}" srcOrd="1" destOrd="0" parTransId="{0F1CDA59-4EB1-41B0-87A1-86EBDBA73DAD}" sibTransId="{FB126CD5-623E-4B1F-A9AA-0A640337B50C}"/>
    <dgm:cxn modelId="{E7EB6EB8-6438-4F63-82E0-AFA9F90C1734}" type="presOf" srcId="{3FD538C3-7AFC-468B-A98E-C3592F324B78}" destId="{71ACD07E-5C5C-4127-82E6-825FD6C048C1}" srcOrd="0" destOrd="0" presId="urn:microsoft.com/office/officeart/2016/7/layout/BasicLinearProcessNumbered"/>
    <dgm:cxn modelId="{8E79EEC9-F40D-4F28-B880-EB007D5A5B36}" type="presOf" srcId="{D3CE27CC-8BCF-4215-9461-17FC4453DD82}" destId="{A103D2E7-AE5B-4B7D-9591-6DAC2AD932AA}" srcOrd="1" destOrd="0" presId="urn:microsoft.com/office/officeart/2016/7/layout/BasicLinearProcessNumbered"/>
    <dgm:cxn modelId="{397FD8D7-E82D-49EE-ACAC-74CDF5B1EEF2}" type="presOf" srcId="{D3CE27CC-8BCF-4215-9461-17FC4453DD82}" destId="{58B66CF1-AE87-47F8-BB70-926EAA63D425}" srcOrd="0" destOrd="0" presId="urn:microsoft.com/office/officeart/2016/7/layout/BasicLinearProcessNumbered"/>
    <dgm:cxn modelId="{50A860E9-9AE7-4936-A74D-7CA727ED0A38}" type="presOf" srcId="{FB126CD5-623E-4B1F-A9AA-0A640337B50C}" destId="{8C98C6A0-47E1-40AD-A3E7-9B666AB0C5F5}" srcOrd="0" destOrd="0" presId="urn:microsoft.com/office/officeart/2016/7/layout/BasicLinearProcessNumbered"/>
    <dgm:cxn modelId="{DF7CA5F1-CCFB-4EE9-9E2F-7278291984B6}" type="presOf" srcId="{E944B73F-FCE7-48F1-99A0-EE1E3F5E63EA}" destId="{01E12256-1EBE-432E-865F-E9D10861CF0B}" srcOrd="0" destOrd="0" presId="urn:microsoft.com/office/officeart/2016/7/layout/BasicLinearProcessNumbered"/>
    <dgm:cxn modelId="{809FDB74-99DB-491B-A541-82C4BFBF3C00}" type="presParOf" srcId="{1E62829F-E63B-40A1-8E6C-3B30D5ED63D7}" destId="{2B2FB3C3-FC90-461D-A7D3-BA3D6EAC4988}" srcOrd="0" destOrd="0" presId="urn:microsoft.com/office/officeart/2016/7/layout/BasicLinearProcessNumbered"/>
    <dgm:cxn modelId="{88A98E91-CD0F-4245-B68C-7BBA24AD8827}" type="presParOf" srcId="{2B2FB3C3-FC90-461D-A7D3-BA3D6EAC4988}" destId="{58B66CF1-AE87-47F8-BB70-926EAA63D425}" srcOrd="0" destOrd="0" presId="urn:microsoft.com/office/officeart/2016/7/layout/BasicLinearProcessNumbered"/>
    <dgm:cxn modelId="{BDA2E426-7385-4E73-BE9E-1BD76E0A34AA}" type="presParOf" srcId="{2B2FB3C3-FC90-461D-A7D3-BA3D6EAC4988}" destId="{28E99E86-DB17-495B-83BC-81434D1C3599}" srcOrd="1" destOrd="0" presId="urn:microsoft.com/office/officeart/2016/7/layout/BasicLinearProcessNumbered"/>
    <dgm:cxn modelId="{FEFE2305-07B1-47CD-90A9-DC7450AD5400}" type="presParOf" srcId="{2B2FB3C3-FC90-461D-A7D3-BA3D6EAC4988}" destId="{EA9BD1AF-B094-40CB-A256-212FCF471D2E}" srcOrd="2" destOrd="0" presId="urn:microsoft.com/office/officeart/2016/7/layout/BasicLinearProcessNumbered"/>
    <dgm:cxn modelId="{6FD90980-EB94-4E72-9646-2B2FC1953359}" type="presParOf" srcId="{2B2FB3C3-FC90-461D-A7D3-BA3D6EAC4988}" destId="{A103D2E7-AE5B-4B7D-9591-6DAC2AD932AA}" srcOrd="3" destOrd="0" presId="urn:microsoft.com/office/officeart/2016/7/layout/BasicLinearProcessNumbered"/>
    <dgm:cxn modelId="{AD229EAD-6772-4FE0-B297-C10E305145A9}" type="presParOf" srcId="{1E62829F-E63B-40A1-8E6C-3B30D5ED63D7}" destId="{B9128A4C-7FA4-4AAD-9ADA-F6AFA897B4E0}" srcOrd="1" destOrd="0" presId="urn:microsoft.com/office/officeart/2016/7/layout/BasicLinearProcessNumbered"/>
    <dgm:cxn modelId="{3764FB5D-5988-4E71-8063-5EC02352536D}" type="presParOf" srcId="{1E62829F-E63B-40A1-8E6C-3B30D5ED63D7}" destId="{64B0D4B8-327B-4EC1-B607-9FE8AB412E0E}" srcOrd="2" destOrd="0" presId="urn:microsoft.com/office/officeart/2016/7/layout/BasicLinearProcessNumbered"/>
    <dgm:cxn modelId="{E315799F-2325-4192-9917-4BAB1565584E}" type="presParOf" srcId="{64B0D4B8-327B-4EC1-B607-9FE8AB412E0E}" destId="{71ACD07E-5C5C-4127-82E6-825FD6C048C1}" srcOrd="0" destOrd="0" presId="urn:microsoft.com/office/officeart/2016/7/layout/BasicLinearProcessNumbered"/>
    <dgm:cxn modelId="{7BEDB8DD-E2FA-4283-9C95-59D354E4426E}" type="presParOf" srcId="{64B0D4B8-327B-4EC1-B607-9FE8AB412E0E}" destId="{8C98C6A0-47E1-40AD-A3E7-9B666AB0C5F5}" srcOrd="1" destOrd="0" presId="urn:microsoft.com/office/officeart/2016/7/layout/BasicLinearProcessNumbered"/>
    <dgm:cxn modelId="{63E57D41-81C1-4072-A6EA-5B8A251F4CF4}" type="presParOf" srcId="{64B0D4B8-327B-4EC1-B607-9FE8AB412E0E}" destId="{2CE8BB85-B0DE-41EC-9ECC-16E6E5A24B03}" srcOrd="2" destOrd="0" presId="urn:microsoft.com/office/officeart/2016/7/layout/BasicLinearProcessNumbered"/>
    <dgm:cxn modelId="{75B2CC58-A0B5-4294-A0B7-B0A5C870EE07}" type="presParOf" srcId="{64B0D4B8-327B-4EC1-B607-9FE8AB412E0E}" destId="{783CF98B-98D4-4F58-BC17-13C7C40A6442}" srcOrd="3" destOrd="0" presId="urn:microsoft.com/office/officeart/2016/7/layout/BasicLinearProcessNumbered"/>
    <dgm:cxn modelId="{AC366F29-2267-47DD-8B95-EBCDE09E2236}" type="presParOf" srcId="{1E62829F-E63B-40A1-8E6C-3B30D5ED63D7}" destId="{D7D33CBF-A782-407E-9D6F-04E12E84B0DE}" srcOrd="3" destOrd="0" presId="urn:microsoft.com/office/officeart/2016/7/layout/BasicLinearProcessNumbered"/>
    <dgm:cxn modelId="{35752753-FEC5-449C-9D9D-4E7B47CCBC3D}" type="presParOf" srcId="{1E62829F-E63B-40A1-8E6C-3B30D5ED63D7}" destId="{9ECD02B2-BC31-4BB1-99DC-0ED7C887B9F4}" srcOrd="4" destOrd="0" presId="urn:microsoft.com/office/officeart/2016/7/layout/BasicLinearProcessNumbered"/>
    <dgm:cxn modelId="{B50A4806-E93B-48BB-9EF2-13C8860CC192}" type="presParOf" srcId="{9ECD02B2-BC31-4BB1-99DC-0ED7C887B9F4}" destId="{CC955205-0AFE-4FFA-9761-717C3A20BA31}" srcOrd="0" destOrd="0" presId="urn:microsoft.com/office/officeart/2016/7/layout/BasicLinearProcessNumbered"/>
    <dgm:cxn modelId="{6C3597DF-0F8C-4DB6-AF61-837310563242}" type="presParOf" srcId="{9ECD02B2-BC31-4BB1-99DC-0ED7C887B9F4}" destId="{BD8B359F-68C6-4C65-B5BE-ECA982C2DC8C}" srcOrd="1" destOrd="0" presId="urn:microsoft.com/office/officeart/2016/7/layout/BasicLinearProcessNumbered"/>
    <dgm:cxn modelId="{276FCF17-0D86-481B-A3E0-9F1257064973}" type="presParOf" srcId="{9ECD02B2-BC31-4BB1-99DC-0ED7C887B9F4}" destId="{8FB8042C-C191-4F7B-9AFF-769D17D7DCB3}" srcOrd="2" destOrd="0" presId="urn:microsoft.com/office/officeart/2016/7/layout/BasicLinearProcessNumbered"/>
    <dgm:cxn modelId="{B239C285-B355-4D16-9826-84FB93DB1091}" type="presParOf" srcId="{9ECD02B2-BC31-4BB1-99DC-0ED7C887B9F4}" destId="{75CEBB07-7B1E-4073-9B51-A875FD7FA8B4}" srcOrd="3" destOrd="0" presId="urn:microsoft.com/office/officeart/2016/7/layout/BasicLinearProcessNumbered"/>
    <dgm:cxn modelId="{B324434C-68BD-464C-B4DD-ED4E67E05CFE}" type="presParOf" srcId="{1E62829F-E63B-40A1-8E6C-3B30D5ED63D7}" destId="{BA7CB3C1-B85D-4CD3-B6C6-4D719BB1CBFB}" srcOrd="5" destOrd="0" presId="urn:microsoft.com/office/officeart/2016/7/layout/BasicLinearProcessNumbered"/>
    <dgm:cxn modelId="{E645D151-E750-4D5A-9E9E-573E02C4B8B3}" type="presParOf" srcId="{1E62829F-E63B-40A1-8E6C-3B30D5ED63D7}" destId="{EE4AB79D-F238-400E-A0A6-6B68E30B4BE3}" srcOrd="6" destOrd="0" presId="urn:microsoft.com/office/officeart/2016/7/layout/BasicLinearProcessNumbered"/>
    <dgm:cxn modelId="{42242914-E6E4-49C4-82F0-3FFF6E1391B9}" type="presParOf" srcId="{EE4AB79D-F238-400E-A0A6-6B68E30B4BE3}" destId="{01E12256-1EBE-432E-865F-E9D10861CF0B}" srcOrd="0" destOrd="0" presId="urn:microsoft.com/office/officeart/2016/7/layout/BasicLinearProcessNumbered"/>
    <dgm:cxn modelId="{E6677B71-4F61-434D-A651-42CC04DAF866}" type="presParOf" srcId="{EE4AB79D-F238-400E-A0A6-6B68E30B4BE3}" destId="{276A1B7E-4B93-4531-A3D8-F0CF495C9684}" srcOrd="1" destOrd="0" presId="urn:microsoft.com/office/officeart/2016/7/layout/BasicLinearProcessNumbered"/>
    <dgm:cxn modelId="{AEB32393-3D2E-45D6-8F31-BD0A0DA67604}" type="presParOf" srcId="{EE4AB79D-F238-400E-A0A6-6B68E30B4BE3}" destId="{7D9D54FF-E0CF-44D6-B567-B9A1C0D66C84}" srcOrd="2" destOrd="0" presId="urn:microsoft.com/office/officeart/2016/7/layout/BasicLinearProcessNumbered"/>
    <dgm:cxn modelId="{71D8F499-7286-4DC6-A19D-9FBCF11E6CA1}" type="presParOf" srcId="{EE4AB79D-F238-400E-A0A6-6B68E30B4BE3}" destId="{FE7A5DE3-D2EC-4576-807B-840786080347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98FC658-0048-4433-8990-70025FA5E40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29D514-CC74-4F65-9DAB-CA2338397B15}">
      <dgm:prSet/>
      <dgm:spPr/>
      <dgm:t>
        <a:bodyPr/>
        <a:lstStyle/>
        <a:p>
          <a:r>
            <a:rPr lang="en-GB" dirty="0"/>
            <a:t>Student logs into their profile</a:t>
          </a:r>
          <a:endParaRPr lang="en-US" dirty="0"/>
        </a:p>
      </dgm:t>
    </dgm:pt>
    <dgm:pt modelId="{9078B65C-0124-4E50-91F3-B099EA69EA22}" type="parTrans" cxnId="{DC2CA0A2-895D-491C-AD42-E521FCD60B01}">
      <dgm:prSet/>
      <dgm:spPr/>
      <dgm:t>
        <a:bodyPr/>
        <a:lstStyle/>
        <a:p>
          <a:endParaRPr lang="en-US"/>
        </a:p>
      </dgm:t>
    </dgm:pt>
    <dgm:pt modelId="{A27D8020-2999-4BE2-B1C3-DFBE8287E151}" type="sibTrans" cxnId="{DC2CA0A2-895D-491C-AD42-E521FCD60B01}">
      <dgm:prSet phldrT="01"/>
      <dgm:spPr/>
      <dgm:t>
        <a:bodyPr/>
        <a:lstStyle/>
        <a:p>
          <a:endParaRPr lang="en-US"/>
        </a:p>
      </dgm:t>
    </dgm:pt>
    <dgm:pt modelId="{D39F4557-9DF3-40BC-B1AF-095157C05A33}">
      <dgm:prSet/>
      <dgm:spPr/>
      <dgm:t>
        <a:bodyPr/>
        <a:lstStyle/>
        <a:p>
          <a:r>
            <a:rPr lang="en-GB" dirty="0"/>
            <a:t>They can search for a subject to study</a:t>
          </a:r>
          <a:endParaRPr lang="en-US" dirty="0"/>
        </a:p>
      </dgm:t>
    </dgm:pt>
    <dgm:pt modelId="{BAFD0F53-7235-4AFC-AC7C-9E8B5364F59E}" type="parTrans" cxnId="{82BBDF05-FD4C-4CC8-8ADA-6B340F4E8B2E}">
      <dgm:prSet/>
      <dgm:spPr/>
      <dgm:t>
        <a:bodyPr/>
        <a:lstStyle/>
        <a:p>
          <a:endParaRPr lang="en-US"/>
        </a:p>
      </dgm:t>
    </dgm:pt>
    <dgm:pt modelId="{7861E045-3379-4D6B-A08E-3C5ED7BCA425}" type="sibTrans" cxnId="{82BBDF05-FD4C-4CC8-8ADA-6B340F4E8B2E}">
      <dgm:prSet phldrT="02"/>
      <dgm:spPr/>
      <dgm:t>
        <a:bodyPr/>
        <a:lstStyle/>
        <a:p>
          <a:endParaRPr lang="en-US"/>
        </a:p>
      </dgm:t>
    </dgm:pt>
    <dgm:pt modelId="{1946F109-B094-4012-B27F-A47CF4744E5F}">
      <dgm:prSet/>
      <dgm:spPr/>
      <dgm:t>
        <a:bodyPr/>
        <a:lstStyle/>
        <a:p>
          <a:r>
            <a:rPr lang="en-GB" dirty="0"/>
            <a:t>Student chooses a topic to study, asked a series of questions</a:t>
          </a:r>
          <a:endParaRPr lang="en-US" dirty="0"/>
        </a:p>
      </dgm:t>
    </dgm:pt>
    <dgm:pt modelId="{6A2112FD-7A2C-418B-BB43-3B2CA8DC526E}" type="parTrans" cxnId="{FCAABA69-D026-4EFF-83DC-0CB4BA0DB73C}">
      <dgm:prSet/>
      <dgm:spPr/>
      <dgm:t>
        <a:bodyPr/>
        <a:lstStyle/>
        <a:p>
          <a:endParaRPr lang="en-US"/>
        </a:p>
      </dgm:t>
    </dgm:pt>
    <dgm:pt modelId="{5902C3F1-7E4C-40CE-A0D7-18F3587A48B9}" type="sibTrans" cxnId="{FCAABA69-D026-4EFF-83DC-0CB4BA0DB73C}">
      <dgm:prSet phldrT="03"/>
      <dgm:spPr/>
      <dgm:t>
        <a:bodyPr/>
        <a:lstStyle/>
        <a:p>
          <a:endParaRPr lang="en-US"/>
        </a:p>
      </dgm:t>
    </dgm:pt>
    <dgm:pt modelId="{C38DA72F-4CF0-4617-B19E-6167E1BA15C8}">
      <dgm:prSet/>
      <dgm:spPr/>
      <dgm:t>
        <a:bodyPr/>
        <a:lstStyle/>
        <a:p>
          <a:r>
            <a:rPr lang="en-GB"/>
            <a:t>Every incorrect attempt reduces available marks</a:t>
          </a:r>
          <a:endParaRPr lang="en-US"/>
        </a:p>
      </dgm:t>
    </dgm:pt>
    <dgm:pt modelId="{C7DC2BD2-5714-4D87-A434-F836A1DEB090}" type="parTrans" cxnId="{E7372AC3-585A-4E56-9E68-B8405C444775}">
      <dgm:prSet/>
      <dgm:spPr/>
      <dgm:t>
        <a:bodyPr/>
        <a:lstStyle/>
        <a:p>
          <a:endParaRPr lang="en-US"/>
        </a:p>
      </dgm:t>
    </dgm:pt>
    <dgm:pt modelId="{6104B1C2-1DEA-43B3-9ABA-DF4AC74667DE}" type="sibTrans" cxnId="{E7372AC3-585A-4E56-9E68-B8405C444775}">
      <dgm:prSet phldrT="04"/>
      <dgm:spPr/>
      <dgm:t>
        <a:bodyPr/>
        <a:lstStyle/>
        <a:p>
          <a:endParaRPr lang="en-US"/>
        </a:p>
      </dgm:t>
    </dgm:pt>
    <dgm:pt modelId="{33FEABD1-B496-446C-BACD-58A93AD1E0A0}">
      <dgm:prSet/>
      <dgm:spPr/>
      <dgm:t>
        <a:bodyPr/>
        <a:lstStyle/>
        <a:p>
          <a:r>
            <a:rPr lang="en-GB"/>
            <a:t>Marks earned are applied to student’s profile</a:t>
          </a:r>
          <a:endParaRPr lang="en-US"/>
        </a:p>
      </dgm:t>
    </dgm:pt>
    <dgm:pt modelId="{6CAEBA93-22E5-46C1-B995-C3BE86956006}" type="parTrans" cxnId="{2E3AC0AB-B5AD-4B91-9006-9A4BECF8EC54}">
      <dgm:prSet/>
      <dgm:spPr/>
      <dgm:t>
        <a:bodyPr/>
        <a:lstStyle/>
        <a:p>
          <a:endParaRPr lang="en-US"/>
        </a:p>
      </dgm:t>
    </dgm:pt>
    <dgm:pt modelId="{84466F1A-586B-4202-8D15-44ECAB43A57F}" type="sibTrans" cxnId="{2E3AC0AB-B5AD-4B91-9006-9A4BECF8EC54}">
      <dgm:prSet phldrT="05"/>
      <dgm:spPr/>
      <dgm:t>
        <a:bodyPr/>
        <a:lstStyle/>
        <a:p>
          <a:endParaRPr lang="en-US"/>
        </a:p>
      </dgm:t>
    </dgm:pt>
    <dgm:pt modelId="{E56A8CFD-37CB-4424-9417-7FAB1D7F7660}">
      <dgm:prSet/>
      <dgm:spPr/>
      <dgm:t>
        <a:bodyPr/>
        <a:lstStyle/>
        <a:p>
          <a:r>
            <a:rPr lang="en-GB"/>
            <a:t>All marks will appear on a leaderboard.</a:t>
          </a:r>
          <a:endParaRPr lang="en-US"/>
        </a:p>
      </dgm:t>
    </dgm:pt>
    <dgm:pt modelId="{A50AD15F-20A8-4F30-AE4A-5F2C26A30E34}" type="parTrans" cxnId="{E53ED29E-5C6E-431A-BC2D-30B10519B982}">
      <dgm:prSet/>
      <dgm:spPr/>
      <dgm:t>
        <a:bodyPr/>
        <a:lstStyle/>
        <a:p>
          <a:endParaRPr lang="en-US"/>
        </a:p>
      </dgm:t>
    </dgm:pt>
    <dgm:pt modelId="{DFF2514C-840D-436B-AE8A-B230661B8365}" type="sibTrans" cxnId="{E53ED29E-5C6E-431A-BC2D-30B10519B982}">
      <dgm:prSet phldrT="06"/>
      <dgm:spPr/>
      <dgm:t>
        <a:bodyPr/>
        <a:lstStyle/>
        <a:p>
          <a:endParaRPr lang="en-US"/>
        </a:p>
      </dgm:t>
    </dgm:pt>
    <dgm:pt modelId="{52CCD3A7-3751-4E9F-83E7-79A63034AD94}" type="pres">
      <dgm:prSet presAssocID="{498FC658-0048-4433-8990-70025FA5E40C}" presName="Name0" presStyleCnt="0">
        <dgm:presLayoutVars>
          <dgm:dir/>
          <dgm:resizeHandles val="exact"/>
        </dgm:presLayoutVars>
      </dgm:prSet>
      <dgm:spPr/>
    </dgm:pt>
    <dgm:pt modelId="{35855222-CD4C-41FC-B400-80F9FFABC9E0}" type="pres">
      <dgm:prSet presAssocID="{BE29D514-CC74-4F65-9DAB-CA2338397B15}" presName="node" presStyleLbl="node1" presStyleIdx="0" presStyleCnt="6">
        <dgm:presLayoutVars>
          <dgm:bulletEnabled val="1"/>
        </dgm:presLayoutVars>
      </dgm:prSet>
      <dgm:spPr/>
    </dgm:pt>
    <dgm:pt modelId="{349FBC65-CAE5-4F98-8441-6FAC90E1ECF3}" type="pres">
      <dgm:prSet presAssocID="{A27D8020-2999-4BE2-B1C3-DFBE8287E151}" presName="sibTrans" presStyleLbl="sibTrans1D1" presStyleIdx="0" presStyleCnt="5"/>
      <dgm:spPr/>
    </dgm:pt>
    <dgm:pt modelId="{59761DB0-9117-47A2-800A-AA90AFA79DA9}" type="pres">
      <dgm:prSet presAssocID="{A27D8020-2999-4BE2-B1C3-DFBE8287E151}" presName="connectorText" presStyleLbl="sibTrans1D1" presStyleIdx="0" presStyleCnt="5"/>
      <dgm:spPr/>
    </dgm:pt>
    <dgm:pt modelId="{223BA566-E240-49D2-9474-51D733C5404C}" type="pres">
      <dgm:prSet presAssocID="{D39F4557-9DF3-40BC-B1AF-095157C05A33}" presName="node" presStyleLbl="node1" presStyleIdx="1" presStyleCnt="6">
        <dgm:presLayoutVars>
          <dgm:bulletEnabled val="1"/>
        </dgm:presLayoutVars>
      </dgm:prSet>
      <dgm:spPr/>
    </dgm:pt>
    <dgm:pt modelId="{0B589F49-9194-42D1-A889-2055BD0D9D59}" type="pres">
      <dgm:prSet presAssocID="{7861E045-3379-4D6B-A08E-3C5ED7BCA425}" presName="sibTrans" presStyleLbl="sibTrans1D1" presStyleIdx="1" presStyleCnt="5"/>
      <dgm:spPr/>
    </dgm:pt>
    <dgm:pt modelId="{3E0D3C68-CEDE-482E-A053-CFC8BD1934B5}" type="pres">
      <dgm:prSet presAssocID="{7861E045-3379-4D6B-A08E-3C5ED7BCA425}" presName="connectorText" presStyleLbl="sibTrans1D1" presStyleIdx="1" presStyleCnt="5"/>
      <dgm:spPr/>
    </dgm:pt>
    <dgm:pt modelId="{9E670913-2E6F-4397-AF37-16C7CB95D205}" type="pres">
      <dgm:prSet presAssocID="{1946F109-B094-4012-B27F-A47CF4744E5F}" presName="node" presStyleLbl="node1" presStyleIdx="2" presStyleCnt="6">
        <dgm:presLayoutVars>
          <dgm:bulletEnabled val="1"/>
        </dgm:presLayoutVars>
      </dgm:prSet>
      <dgm:spPr/>
    </dgm:pt>
    <dgm:pt modelId="{B0129B57-ED99-4470-A72F-1F1ADE71680D}" type="pres">
      <dgm:prSet presAssocID="{5902C3F1-7E4C-40CE-A0D7-18F3587A48B9}" presName="sibTrans" presStyleLbl="sibTrans1D1" presStyleIdx="2" presStyleCnt="5"/>
      <dgm:spPr/>
    </dgm:pt>
    <dgm:pt modelId="{E2B25167-4AD9-45E2-8DDB-42825269C2C8}" type="pres">
      <dgm:prSet presAssocID="{5902C3F1-7E4C-40CE-A0D7-18F3587A48B9}" presName="connectorText" presStyleLbl="sibTrans1D1" presStyleIdx="2" presStyleCnt="5"/>
      <dgm:spPr/>
    </dgm:pt>
    <dgm:pt modelId="{FD4CC602-95FF-4A0F-AF04-9376AB8AA0C7}" type="pres">
      <dgm:prSet presAssocID="{C38DA72F-4CF0-4617-B19E-6167E1BA15C8}" presName="node" presStyleLbl="node1" presStyleIdx="3" presStyleCnt="6">
        <dgm:presLayoutVars>
          <dgm:bulletEnabled val="1"/>
        </dgm:presLayoutVars>
      </dgm:prSet>
      <dgm:spPr/>
    </dgm:pt>
    <dgm:pt modelId="{8E36223D-222B-4CF8-A396-F5B5A5C7FD20}" type="pres">
      <dgm:prSet presAssocID="{6104B1C2-1DEA-43B3-9ABA-DF4AC74667DE}" presName="sibTrans" presStyleLbl="sibTrans1D1" presStyleIdx="3" presStyleCnt="5"/>
      <dgm:spPr/>
    </dgm:pt>
    <dgm:pt modelId="{F34F0AC3-FD22-448C-BC4E-1C2C3F5064F1}" type="pres">
      <dgm:prSet presAssocID="{6104B1C2-1DEA-43B3-9ABA-DF4AC74667DE}" presName="connectorText" presStyleLbl="sibTrans1D1" presStyleIdx="3" presStyleCnt="5"/>
      <dgm:spPr/>
    </dgm:pt>
    <dgm:pt modelId="{D245BA7A-7B39-4CA5-8D4E-077E14949AA7}" type="pres">
      <dgm:prSet presAssocID="{33FEABD1-B496-446C-BACD-58A93AD1E0A0}" presName="node" presStyleLbl="node1" presStyleIdx="4" presStyleCnt="6">
        <dgm:presLayoutVars>
          <dgm:bulletEnabled val="1"/>
        </dgm:presLayoutVars>
      </dgm:prSet>
      <dgm:spPr/>
    </dgm:pt>
    <dgm:pt modelId="{22C31B1E-9ABF-46A6-B490-F8118A54BB8F}" type="pres">
      <dgm:prSet presAssocID="{84466F1A-586B-4202-8D15-44ECAB43A57F}" presName="sibTrans" presStyleLbl="sibTrans1D1" presStyleIdx="4" presStyleCnt="5"/>
      <dgm:spPr/>
    </dgm:pt>
    <dgm:pt modelId="{DC5AC289-44A4-43D5-8624-233071FBE960}" type="pres">
      <dgm:prSet presAssocID="{84466F1A-586B-4202-8D15-44ECAB43A57F}" presName="connectorText" presStyleLbl="sibTrans1D1" presStyleIdx="4" presStyleCnt="5"/>
      <dgm:spPr/>
    </dgm:pt>
    <dgm:pt modelId="{E00446B5-418B-4F4E-837E-AB444EAA77A9}" type="pres">
      <dgm:prSet presAssocID="{E56A8CFD-37CB-4424-9417-7FAB1D7F7660}" presName="node" presStyleLbl="node1" presStyleIdx="5" presStyleCnt="6">
        <dgm:presLayoutVars>
          <dgm:bulletEnabled val="1"/>
        </dgm:presLayoutVars>
      </dgm:prSet>
      <dgm:spPr/>
    </dgm:pt>
  </dgm:ptLst>
  <dgm:cxnLst>
    <dgm:cxn modelId="{82BBDF05-FD4C-4CC8-8ADA-6B340F4E8B2E}" srcId="{498FC658-0048-4433-8990-70025FA5E40C}" destId="{D39F4557-9DF3-40BC-B1AF-095157C05A33}" srcOrd="1" destOrd="0" parTransId="{BAFD0F53-7235-4AFC-AC7C-9E8B5364F59E}" sibTransId="{7861E045-3379-4D6B-A08E-3C5ED7BCA425}"/>
    <dgm:cxn modelId="{802B7E16-3A81-430D-A55D-1F39AD56F5AA}" type="presOf" srcId="{84466F1A-586B-4202-8D15-44ECAB43A57F}" destId="{DC5AC289-44A4-43D5-8624-233071FBE960}" srcOrd="1" destOrd="0" presId="urn:microsoft.com/office/officeart/2016/7/layout/RepeatingBendingProcessNew"/>
    <dgm:cxn modelId="{F2B16F1D-C9FC-4C24-A10E-86CF214F681E}" type="presOf" srcId="{D39F4557-9DF3-40BC-B1AF-095157C05A33}" destId="{223BA566-E240-49D2-9474-51D733C5404C}" srcOrd="0" destOrd="0" presId="urn:microsoft.com/office/officeart/2016/7/layout/RepeatingBendingProcessNew"/>
    <dgm:cxn modelId="{C965FB5E-57BF-4F67-9D0E-823B0E000FF2}" type="presOf" srcId="{84466F1A-586B-4202-8D15-44ECAB43A57F}" destId="{22C31B1E-9ABF-46A6-B490-F8118A54BB8F}" srcOrd="0" destOrd="0" presId="urn:microsoft.com/office/officeart/2016/7/layout/RepeatingBendingProcessNew"/>
    <dgm:cxn modelId="{B5CFD960-AAA9-4FE0-BE52-DAFD38E18C0C}" type="presOf" srcId="{33FEABD1-B496-446C-BACD-58A93AD1E0A0}" destId="{D245BA7A-7B39-4CA5-8D4E-077E14949AA7}" srcOrd="0" destOrd="0" presId="urn:microsoft.com/office/officeart/2016/7/layout/RepeatingBendingProcessNew"/>
    <dgm:cxn modelId="{FCAABA69-D026-4EFF-83DC-0CB4BA0DB73C}" srcId="{498FC658-0048-4433-8990-70025FA5E40C}" destId="{1946F109-B094-4012-B27F-A47CF4744E5F}" srcOrd="2" destOrd="0" parTransId="{6A2112FD-7A2C-418B-BB43-3B2CA8DC526E}" sibTransId="{5902C3F1-7E4C-40CE-A0D7-18F3587A48B9}"/>
    <dgm:cxn modelId="{4777DD76-192B-4D2C-A864-C2615BDF2155}" type="presOf" srcId="{1946F109-B094-4012-B27F-A47CF4744E5F}" destId="{9E670913-2E6F-4397-AF37-16C7CB95D205}" srcOrd="0" destOrd="0" presId="urn:microsoft.com/office/officeart/2016/7/layout/RepeatingBendingProcessNew"/>
    <dgm:cxn modelId="{B36D108D-B3B9-4BA9-954E-82280AC9E54A}" type="presOf" srcId="{498FC658-0048-4433-8990-70025FA5E40C}" destId="{52CCD3A7-3751-4E9F-83E7-79A63034AD94}" srcOrd="0" destOrd="0" presId="urn:microsoft.com/office/officeart/2016/7/layout/RepeatingBendingProcessNew"/>
    <dgm:cxn modelId="{EDAFC395-D272-4785-831A-8138B158FF21}" type="presOf" srcId="{BE29D514-CC74-4F65-9DAB-CA2338397B15}" destId="{35855222-CD4C-41FC-B400-80F9FFABC9E0}" srcOrd="0" destOrd="0" presId="urn:microsoft.com/office/officeart/2016/7/layout/RepeatingBendingProcessNew"/>
    <dgm:cxn modelId="{56AA2B9D-2F91-44AA-A480-FFF854491A7D}" type="presOf" srcId="{E56A8CFD-37CB-4424-9417-7FAB1D7F7660}" destId="{E00446B5-418B-4F4E-837E-AB444EAA77A9}" srcOrd="0" destOrd="0" presId="urn:microsoft.com/office/officeart/2016/7/layout/RepeatingBendingProcessNew"/>
    <dgm:cxn modelId="{E53ED29E-5C6E-431A-BC2D-30B10519B982}" srcId="{498FC658-0048-4433-8990-70025FA5E40C}" destId="{E56A8CFD-37CB-4424-9417-7FAB1D7F7660}" srcOrd="5" destOrd="0" parTransId="{A50AD15F-20A8-4F30-AE4A-5F2C26A30E34}" sibTransId="{DFF2514C-840D-436B-AE8A-B230661B8365}"/>
    <dgm:cxn modelId="{DC2CA0A2-895D-491C-AD42-E521FCD60B01}" srcId="{498FC658-0048-4433-8990-70025FA5E40C}" destId="{BE29D514-CC74-4F65-9DAB-CA2338397B15}" srcOrd="0" destOrd="0" parTransId="{9078B65C-0124-4E50-91F3-B099EA69EA22}" sibTransId="{A27D8020-2999-4BE2-B1C3-DFBE8287E151}"/>
    <dgm:cxn modelId="{A24089AB-4CA3-4844-98EA-F0010DEFB9FA}" type="presOf" srcId="{6104B1C2-1DEA-43B3-9ABA-DF4AC74667DE}" destId="{8E36223D-222B-4CF8-A396-F5B5A5C7FD20}" srcOrd="0" destOrd="0" presId="urn:microsoft.com/office/officeart/2016/7/layout/RepeatingBendingProcessNew"/>
    <dgm:cxn modelId="{2E3AC0AB-B5AD-4B91-9006-9A4BECF8EC54}" srcId="{498FC658-0048-4433-8990-70025FA5E40C}" destId="{33FEABD1-B496-446C-BACD-58A93AD1E0A0}" srcOrd="4" destOrd="0" parTransId="{6CAEBA93-22E5-46C1-B995-C3BE86956006}" sibTransId="{84466F1A-586B-4202-8D15-44ECAB43A57F}"/>
    <dgm:cxn modelId="{E7372AC3-585A-4E56-9E68-B8405C444775}" srcId="{498FC658-0048-4433-8990-70025FA5E40C}" destId="{C38DA72F-4CF0-4617-B19E-6167E1BA15C8}" srcOrd="3" destOrd="0" parTransId="{C7DC2BD2-5714-4D87-A434-F836A1DEB090}" sibTransId="{6104B1C2-1DEA-43B3-9ABA-DF4AC74667DE}"/>
    <dgm:cxn modelId="{B766A6C5-DB8E-486A-99BC-6E6DDD0E995E}" type="presOf" srcId="{A27D8020-2999-4BE2-B1C3-DFBE8287E151}" destId="{59761DB0-9117-47A2-800A-AA90AFA79DA9}" srcOrd="1" destOrd="0" presId="urn:microsoft.com/office/officeart/2016/7/layout/RepeatingBendingProcessNew"/>
    <dgm:cxn modelId="{E63590C7-9BB4-420C-A479-FB8A12B4239D}" type="presOf" srcId="{7861E045-3379-4D6B-A08E-3C5ED7BCA425}" destId="{3E0D3C68-CEDE-482E-A053-CFC8BD1934B5}" srcOrd="1" destOrd="0" presId="urn:microsoft.com/office/officeart/2016/7/layout/RepeatingBendingProcessNew"/>
    <dgm:cxn modelId="{3693DAD7-8280-4059-A1B0-8EEF6F1ED40C}" type="presOf" srcId="{7861E045-3379-4D6B-A08E-3C5ED7BCA425}" destId="{0B589F49-9194-42D1-A889-2055BD0D9D59}" srcOrd="0" destOrd="0" presId="urn:microsoft.com/office/officeart/2016/7/layout/RepeatingBendingProcessNew"/>
    <dgm:cxn modelId="{E9E3AED9-D43F-4866-BC98-D5989BC2A897}" type="presOf" srcId="{C38DA72F-4CF0-4617-B19E-6167E1BA15C8}" destId="{FD4CC602-95FF-4A0F-AF04-9376AB8AA0C7}" srcOrd="0" destOrd="0" presId="urn:microsoft.com/office/officeart/2016/7/layout/RepeatingBendingProcessNew"/>
    <dgm:cxn modelId="{130B86DD-FDF6-409F-8B41-E285F8E45EB5}" type="presOf" srcId="{5902C3F1-7E4C-40CE-A0D7-18F3587A48B9}" destId="{E2B25167-4AD9-45E2-8DDB-42825269C2C8}" srcOrd="1" destOrd="0" presId="urn:microsoft.com/office/officeart/2016/7/layout/RepeatingBendingProcessNew"/>
    <dgm:cxn modelId="{CBD797E1-8F51-4545-AAF0-0C1C27DF2945}" type="presOf" srcId="{5902C3F1-7E4C-40CE-A0D7-18F3587A48B9}" destId="{B0129B57-ED99-4470-A72F-1F1ADE71680D}" srcOrd="0" destOrd="0" presId="urn:microsoft.com/office/officeart/2016/7/layout/RepeatingBendingProcessNew"/>
    <dgm:cxn modelId="{DBDFD6F8-8C9E-4E9F-B1E1-74F1D7E72DC3}" type="presOf" srcId="{A27D8020-2999-4BE2-B1C3-DFBE8287E151}" destId="{349FBC65-CAE5-4F98-8441-6FAC90E1ECF3}" srcOrd="0" destOrd="0" presId="urn:microsoft.com/office/officeart/2016/7/layout/RepeatingBendingProcessNew"/>
    <dgm:cxn modelId="{BC2D3DFC-01CC-4C8E-BA95-8715D3B5DE3B}" type="presOf" srcId="{6104B1C2-1DEA-43B3-9ABA-DF4AC74667DE}" destId="{F34F0AC3-FD22-448C-BC4E-1C2C3F5064F1}" srcOrd="1" destOrd="0" presId="urn:microsoft.com/office/officeart/2016/7/layout/RepeatingBendingProcessNew"/>
    <dgm:cxn modelId="{E9F1BCD2-7D36-49A0-A6D0-9E0E757B1E36}" type="presParOf" srcId="{52CCD3A7-3751-4E9F-83E7-79A63034AD94}" destId="{35855222-CD4C-41FC-B400-80F9FFABC9E0}" srcOrd="0" destOrd="0" presId="urn:microsoft.com/office/officeart/2016/7/layout/RepeatingBendingProcessNew"/>
    <dgm:cxn modelId="{79D37199-9D61-4D13-AEFB-4086D953FCE9}" type="presParOf" srcId="{52CCD3A7-3751-4E9F-83E7-79A63034AD94}" destId="{349FBC65-CAE5-4F98-8441-6FAC90E1ECF3}" srcOrd="1" destOrd="0" presId="urn:microsoft.com/office/officeart/2016/7/layout/RepeatingBendingProcessNew"/>
    <dgm:cxn modelId="{407F7696-97BA-4F1C-BB6A-01F04F07D9F0}" type="presParOf" srcId="{349FBC65-CAE5-4F98-8441-6FAC90E1ECF3}" destId="{59761DB0-9117-47A2-800A-AA90AFA79DA9}" srcOrd="0" destOrd="0" presId="urn:microsoft.com/office/officeart/2016/7/layout/RepeatingBendingProcessNew"/>
    <dgm:cxn modelId="{21171F67-6ADF-46F8-B781-C786405493EB}" type="presParOf" srcId="{52CCD3A7-3751-4E9F-83E7-79A63034AD94}" destId="{223BA566-E240-49D2-9474-51D733C5404C}" srcOrd="2" destOrd="0" presId="urn:microsoft.com/office/officeart/2016/7/layout/RepeatingBendingProcessNew"/>
    <dgm:cxn modelId="{CAB65C23-DCE2-46EF-8B7C-BA3482774D93}" type="presParOf" srcId="{52CCD3A7-3751-4E9F-83E7-79A63034AD94}" destId="{0B589F49-9194-42D1-A889-2055BD0D9D59}" srcOrd="3" destOrd="0" presId="urn:microsoft.com/office/officeart/2016/7/layout/RepeatingBendingProcessNew"/>
    <dgm:cxn modelId="{8E9A442D-D5AC-483D-99CA-D005E3419FAA}" type="presParOf" srcId="{0B589F49-9194-42D1-A889-2055BD0D9D59}" destId="{3E0D3C68-CEDE-482E-A053-CFC8BD1934B5}" srcOrd="0" destOrd="0" presId="urn:microsoft.com/office/officeart/2016/7/layout/RepeatingBendingProcessNew"/>
    <dgm:cxn modelId="{64533BC7-008E-43B7-8543-E2299A330D73}" type="presParOf" srcId="{52CCD3A7-3751-4E9F-83E7-79A63034AD94}" destId="{9E670913-2E6F-4397-AF37-16C7CB95D205}" srcOrd="4" destOrd="0" presId="urn:microsoft.com/office/officeart/2016/7/layout/RepeatingBendingProcessNew"/>
    <dgm:cxn modelId="{C34451A2-0595-48E9-B96C-BB5FE03CC62A}" type="presParOf" srcId="{52CCD3A7-3751-4E9F-83E7-79A63034AD94}" destId="{B0129B57-ED99-4470-A72F-1F1ADE71680D}" srcOrd="5" destOrd="0" presId="urn:microsoft.com/office/officeart/2016/7/layout/RepeatingBendingProcessNew"/>
    <dgm:cxn modelId="{E4322388-FAAC-4F54-8C21-39498FBF2A6D}" type="presParOf" srcId="{B0129B57-ED99-4470-A72F-1F1ADE71680D}" destId="{E2B25167-4AD9-45E2-8DDB-42825269C2C8}" srcOrd="0" destOrd="0" presId="urn:microsoft.com/office/officeart/2016/7/layout/RepeatingBendingProcessNew"/>
    <dgm:cxn modelId="{C1767F19-E14B-4AB7-A9B3-F1DD630592C3}" type="presParOf" srcId="{52CCD3A7-3751-4E9F-83E7-79A63034AD94}" destId="{FD4CC602-95FF-4A0F-AF04-9376AB8AA0C7}" srcOrd="6" destOrd="0" presId="urn:microsoft.com/office/officeart/2016/7/layout/RepeatingBendingProcessNew"/>
    <dgm:cxn modelId="{34CC8325-EB6F-4A91-A5DC-870FC4CFD99B}" type="presParOf" srcId="{52CCD3A7-3751-4E9F-83E7-79A63034AD94}" destId="{8E36223D-222B-4CF8-A396-F5B5A5C7FD20}" srcOrd="7" destOrd="0" presId="urn:microsoft.com/office/officeart/2016/7/layout/RepeatingBendingProcessNew"/>
    <dgm:cxn modelId="{CF3DF3AE-8A03-42DE-B6BB-9C76F02FDA60}" type="presParOf" srcId="{8E36223D-222B-4CF8-A396-F5B5A5C7FD20}" destId="{F34F0AC3-FD22-448C-BC4E-1C2C3F5064F1}" srcOrd="0" destOrd="0" presId="urn:microsoft.com/office/officeart/2016/7/layout/RepeatingBendingProcessNew"/>
    <dgm:cxn modelId="{D267F018-86D6-40A6-8D09-C1A8E4E09909}" type="presParOf" srcId="{52CCD3A7-3751-4E9F-83E7-79A63034AD94}" destId="{D245BA7A-7B39-4CA5-8D4E-077E14949AA7}" srcOrd="8" destOrd="0" presId="urn:microsoft.com/office/officeart/2016/7/layout/RepeatingBendingProcessNew"/>
    <dgm:cxn modelId="{1C724937-6698-440C-B444-D2B10DBE2482}" type="presParOf" srcId="{52CCD3A7-3751-4E9F-83E7-79A63034AD94}" destId="{22C31B1E-9ABF-46A6-B490-F8118A54BB8F}" srcOrd="9" destOrd="0" presId="urn:microsoft.com/office/officeart/2016/7/layout/RepeatingBendingProcessNew"/>
    <dgm:cxn modelId="{5512B227-3F85-4099-BBE4-A5CA593882D6}" type="presParOf" srcId="{22C31B1E-9ABF-46A6-B490-F8118A54BB8F}" destId="{DC5AC289-44A4-43D5-8624-233071FBE960}" srcOrd="0" destOrd="0" presId="urn:microsoft.com/office/officeart/2016/7/layout/RepeatingBendingProcessNew"/>
    <dgm:cxn modelId="{BC9AC7A9-7025-4F6F-993E-650D3F2A1B2A}" type="presParOf" srcId="{52CCD3A7-3751-4E9F-83E7-79A63034AD94}" destId="{E00446B5-418B-4F4E-837E-AB444EAA77A9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A154FCC-F7BC-433E-8286-9C8779422EFF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4D92B8F-041D-47A3-A61B-DE159B9769F7}">
      <dgm:prSet/>
      <dgm:spPr/>
      <dgm:t>
        <a:bodyPr/>
        <a:lstStyle/>
        <a:p>
          <a:r>
            <a:rPr lang="en-GB"/>
            <a:t>From experience, most students love to be competitive</a:t>
          </a:r>
          <a:endParaRPr lang="en-US"/>
        </a:p>
      </dgm:t>
    </dgm:pt>
    <dgm:pt modelId="{FB2A5306-93E1-47EB-8618-09F64C926F1C}" type="parTrans" cxnId="{1B05A994-C212-4319-9CF3-57F465FDD6C1}">
      <dgm:prSet/>
      <dgm:spPr/>
      <dgm:t>
        <a:bodyPr/>
        <a:lstStyle/>
        <a:p>
          <a:endParaRPr lang="en-US"/>
        </a:p>
      </dgm:t>
    </dgm:pt>
    <dgm:pt modelId="{F3E081EA-C7C6-4C02-8A94-B40621CFF94F}" type="sibTrans" cxnId="{1B05A994-C212-4319-9CF3-57F465FDD6C1}">
      <dgm:prSet/>
      <dgm:spPr/>
      <dgm:t>
        <a:bodyPr/>
        <a:lstStyle/>
        <a:p>
          <a:endParaRPr lang="en-US"/>
        </a:p>
      </dgm:t>
    </dgm:pt>
    <dgm:pt modelId="{F64F6D7A-C916-4F82-8D3E-F4570BEF3224}">
      <dgm:prSet/>
      <dgm:spPr/>
      <dgm:t>
        <a:bodyPr/>
        <a:lstStyle/>
        <a:p>
          <a:r>
            <a:rPr lang="en-GB"/>
            <a:t>Especially where prizes are involved!</a:t>
          </a:r>
          <a:endParaRPr lang="en-US"/>
        </a:p>
      </dgm:t>
    </dgm:pt>
    <dgm:pt modelId="{CDD4E0F5-CCFE-4640-B897-8FD94C9BEE97}" type="parTrans" cxnId="{C3D80247-C3E6-45C7-A0CB-51A4AEDB0524}">
      <dgm:prSet/>
      <dgm:spPr/>
      <dgm:t>
        <a:bodyPr/>
        <a:lstStyle/>
        <a:p>
          <a:endParaRPr lang="en-US"/>
        </a:p>
      </dgm:t>
    </dgm:pt>
    <dgm:pt modelId="{D8B361BF-99DD-408A-BD49-AEAD524FF887}" type="sibTrans" cxnId="{C3D80247-C3E6-45C7-A0CB-51A4AEDB0524}">
      <dgm:prSet/>
      <dgm:spPr/>
      <dgm:t>
        <a:bodyPr/>
        <a:lstStyle/>
        <a:p>
          <a:endParaRPr lang="en-US"/>
        </a:p>
      </dgm:t>
    </dgm:pt>
    <dgm:pt modelId="{6792DDA2-E2A4-4659-95B3-4C520AF96DD9}">
      <dgm:prSet/>
      <dgm:spPr/>
      <dgm:t>
        <a:bodyPr/>
        <a:lstStyle/>
        <a:p>
          <a:r>
            <a:rPr lang="en-GB" dirty="0"/>
            <a:t>Knowing they lose marks for each wrong attempt, students would want to achieve maximum marks on the first attempt.</a:t>
          </a:r>
          <a:endParaRPr lang="en-US" dirty="0"/>
        </a:p>
      </dgm:t>
    </dgm:pt>
    <dgm:pt modelId="{9B6885AF-D371-49E2-9675-00863F251804}" type="parTrans" cxnId="{639BAF6C-4948-4C03-B856-3C14F6013EAD}">
      <dgm:prSet/>
      <dgm:spPr/>
      <dgm:t>
        <a:bodyPr/>
        <a:lstStyle/>
        <a:p>
          <a:endParaRPr lang="en-US"/>
        </a:p>
      </dgm:t>
    </dgm:pt>
    <dgm:pt modelId="{56256B3A-7AC1-485A-B763-FB6C0F03A8D9}" type="sibTrans" cxnId="{639BAF6C-4948-4C03-B856-3C14F6013EAD}">
      <dgm:prSet/>
      <dgm:spPr/>
      <dgm:t>
        <a:bodyPr/>
        <a:lstStyle/>
        <a:p>
          <a:endParaRPr lang="en-US"/>
        </a:p>
      </dgm:t>
    </dgm:pt>
    <dgm:pt modelId="{DFCBD210-78FF-46C9-8FD4-2882BC2CB2AB}">
      <dgm:prSet/>
      <dgm:spPr/>
      <dgm:t>
        <a:bodyPr/>
        <a:lstStyle/>
        <a:p>
          <a:r>
            <a:rPr lang="en-GB"/>
            <a:t>More marks = Higher Ranking</a:t>
          </a:r>
          <a:endParaRPr lang="en-US"/>
        </a:p>
      </dgm:t>
    </dgm:pt>
    <dgm:pt modelId="{987D6880-CE59-4C0F-9833-F9B14A530ECB}" type="parTrans" cxnId="{5F7122D2-1BA3-4E2B-B17D-A063FBC3B91A}">
      <dgm:prSet/>
      <dgm:spPr/>
      <dgm:t>
        <a:bodyPr/>
        <a:lstStyle/>
        <a:p>
          <a:endParaRPr lang="en-US"/>
        </a:p>
      </dgm:t>
    </dgm:pt>
    <dgm:pt modelId="{C0CD4DB3-F4BC-4EC0-A49A-877821195F5E}" type="sibTrans" cxnId="{5F7122D2-1BA3-4E2B-B17D-A063FBC3B91A}">
      <dgm:prSet/>
      <dgm:spPr/>
      <dgm:t>
        <a:bodyPr/>
        <a:lstStyle/>
        <a:p>
          <a:endParaRPr lang="en-US"/>
        </a:p>
      </dgm:t>
    </dgm:pt>
    <dgm:pt modelId="{E969AF97-1DDD-4FE0-AF24-7A113D3D67EF}" type="pres">
      <dgm:prSet presAssocID="{9A154FCC-F7BC-433E-8286-9C8779422EFF}" presName="outerComposite" presStyleCnt="0">
        <dgm:presLayoutVars>
          <dgm:chMax val="5"/>
          <dgm:dir/>
          <dgm:resizeHandles val="exact"/>
        </dgm:presLayoutVars>
      </dgm:prSet>
      <dgm:spPr/>
    </dgm:pt>
    <dgm:pt modelId="{FEDDB030-D7EA-494E-982A-EE008BE0FED1}" type="pres">
      <dgm:prSet presAssocID="{9A154FCC-F7BC-433E-8286-9C8779422EFF}" presName="dummyMaxCanvas" presStyleCnt="0">
        <dgm:presLayoutVars/>
      </dgm:prSet>
      <dgm:spPr/>
    </dgm:pt>
    <dgm:pt modelId="{26AF844E-CAFF-4913-BD11-636489651B91}" type="pres">
      <dgm:prSet presAssocID="{9A154FCC-F7BC-433E-8286-9C8779422EFF}" presName="ThreeNodes_1" presStyleLbl="node1" presStyleIdx="0" presStyleCnt="3">
        <dgm:presLayoutVars>
          <dgm:bulletEnabled val="1"/>
        </dgm:presLayoutVars>
      </dgm:prSet>
      <dgm:spPr/>
    </dgm:pt>
    <dgm:pt modelId="{2E70A53F-8E51-4521-BDC9-463C9E8BC83E}" type="pres">
      <dgm:prSet presAssocID="{9A154FCC-F7BC-433E-8286-9C8779422EFF}" presName="ThreeNodes_2" presStyleLbl="node1" presStyleIdx="1" presStyleCnt="3">
        <dgm:presLayoutVars>
          <dgm:bulletEnabled val="1"/>
        </dgm:presLayoutVars>
      </dgm:prSet>
      <dgm:spPr/>
    </dgm:pt>
    <dgm:pt modelId="{1BCC9E10-8145-493F-9ECE-55E4447FA84E}" type="pres">
      <dgm:prSet presAssocID="{9A154FCC-F7BC-433E-8286-9C8779422EFF}" presName="ThreeNodes_3" presStyleLbl="node1" presStyleIdx="2" presStyleCnt="3">
        <dgm:presLayoutVars>
          <dgm:bulletEnabled val="1"/>
        </dgm:presLayoutVars>
      </dgm:prSet>
      <dgm:spPr/>
    </dgm:pt>
    <dgm:pt modelId="{272E2289-B570-4380-969C-20F884F6C461}" type="pres">
      <dgm:prSet presAssocID="{9A154FCC-F7BC-433E-8286-9C8779422EFF}" presName="ThreeConn_1-2" presStyleLbl="fgAccFollowNode1" presStyleIdx="0" presStyleCnt="2">
        <dgm:presLayoutVars>
          <dgm:bulletEnabled val="1"/>
        </dgm:presLayoutVars>
      </dgm:prSet>
      <dgm:spPr/>
    </dgm:pt>
    <dgm:pt modelId="{ABB29D5E-F11F-484E-8ED5-19D5EC278A22}" type="pres">
      <dgm:prSet presAssocID="{9A154FCC-F7BC-433E-8286-9C8779422EFF}" presName="ThreeConn_2-3" presStyleLbl="fgAccFollowNode1" presStyleIdx="1" presStyleCnt="2">
        <dgm:presLayoutVars>
          <dgm:bulletEnabled val="1"/>
        </dgm:presLayoutVars>
      </dgm:prSet>
      <dgm:spPr/>
    </dgm:pt>
    <dgm:pt modelId="{A1BBEEE1-8D1C-47BA-9FF2-87B286640B18}" type="pres">
      <dgm:prSet presAssocID="{9A154FCC-F7BC-433E-8286-9C8779422EFF}" presName="ThreeNodes_1_text" presStyleLbl="node1" presStyleIdx="2" presStyleCnt="3">
        <dgm:presLayoutVars>
          <dgm:bulletEnabled val="1"/>
        </dgm:presLayoutVars>
      </dgm:prSet>
      <dgm:spPr/>
    </dgm:pt>
    <dgm:pt modelId="{9F2CC115-60A6-4BD5-B4FE-F592B25BFB80}" type="pres">
      <dgm:prSet presAssocID="{9A154FCC-F7BC-433E-8286-9C8779422EFF}" presName="ThreeNodes_2_text" presStyleLbl="node1" presStyleIdx="2" presStyleCnt="3">
        <dgm:presLayoutVars>
          <dgm:bulletEnabled val="1"/>
        </dgm:presLayoutVars>
      </dgm:prSet>
      <dgm:spPr/>
    </dgm:pt>
    <dgm:pt modelId="{47C24E24-01BC-4691-8006-04ABBB8D4DDE}" type="pres">
      <dgm:prSet presAssocID="{9A154FCC-F7BC-433E-8286-9C8779422EFF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48107701-DAC9-4A3F-8902-99CE2B1ED2E9}" type="presOf" srcId="{DFCBD210-78FF-46C9-8FD4-2882BC2CB2AB}" destId="{47C24E24-01BC-4691-8006-04ABBB8D4DDE}" srcOrd="1" destOrd="0" presId="urn:microsoft.com/office/officeart/2005/8/layout/vProcess5"/>
    <dgm:cxn modelId="{DD3BC507-4C8C-488D-B8BC-D159BD99D9A5}" type="presOf" srcId="{64D92B8F-041D-47A3-A61B-DE159B9769F7}" destId="{A1BBEEE1-8D1C-47BA-9FF2-87B286640B18}" srcOrd="1" destOrd="0" presId="urn:microsoft.com/office/officeart/2005/8/layout/vProcess5"/>
    <dgm:cxn modelId="{49C75311-60F4-445F-AF94-93D58D9C59F9}" type="presOf" srcId="{9A154FCC-F7BC-433E-8286-9C8779422EFF}" destId="{E969AF97-1DDD-4FE0-AF24-7A113D3D67EF}" srcOrd="0" destOrd="0" presId="urn:microsoft.com/office/officeart/2005/8/layout/vProcess5"/>
    <dgm:cxn modelId="{E17E4523-7ED4-40FD-8373-805ACD5E82F0}" type="presOf" srcId="{F64F6D7A-C916-4F82-8D3E-F4570BEF3224}" destId="{A1BBEEE1-8D1C-47BA-9FF2-87B286640B18}" srcOrd="1" destOrd="1" presId="urn:microsoft.com/office/officeart/2005/8/layout/vProcess5"/>
    <dgm:cxn modelId="{8504202D-2A80-415F-A73B-29744499DA09}" type="presOf" srcId="{64D92B8F-041D-47A3-A61B-DE159B9769F7}" destId="{26AF844E-CAFF-4913-BD11-636489651B91}" srcOrd="0" destOrd="0" presId="urn:microsoft.com/office/officeart/2005/8/layout/vProcess5"/>
    <dgm:cxn modelId="{B1D9935E-C6A7-4D9D-8902-7D834F265DE5}" type="presOf" srcId="{6792DDA2-E2A4-4659-95B3-4C520AF96DD9}" destId="{2E70A53F-8E51-4521-BDC9-463C9E8BC83E}" srcOrd="0" destOrd="0" presId="urn:microsoft.com/office/officeart/2005/8/layout/vProcess5"/>
    <dgm:cxn modelId="{C3D80247-C3E6-45C7-A0CB-51A4AEDB0524}" srcId="{64D92B8F-041D-47A3-A61B-DE159B9769F7}" destId="{F64F6D7A-C916-4F82-8D3E-F4570BEF3224}" srcOrd="0" destOrd="0" parTransId="{CDD4E0F5-CCFE-4640-B897-8FD94C9BEE97}" sibTransId="{D8B361BF-99DD-408A-BD49-AEAD524FF887}"/>
    <dgm:cxn modelId="{639BAF6C-4948-4C03-B856-3C14F6013EAD}" srcId="{9A154FCC-F7BC-433E-8286-9C8779422EFF}" destId="{6792DDA2-E2A4-4659-95B3-4C520AF96DD9}" srcOrd="1" destOrd="0" parTransId="{9B6885AF-D371-49E2-9675-00863F251804}" sibTransId="{56256B3A-7AC1-485A-B763-FB6C0F03A8D9}"/>
    <dgm:cxn modelId="{2E123B6D-0B95-487D-A99A-39C7773B85F2}" type="presOf" srcId="{6792DDA2-E2A4-4659-95B3-4C520AF96DD9}" destId="{9F2CC115-60A6-4BD5-B4FE-F592B25BFB80}" srcOrd="1" destOrd="0" presId="urn:microsoft.com/office/officeart/2005/8/layout/vProcess5"/>
    <dgm:cxn modelId="{8B7E1B8A-7064-414B-8C97-ED47C9FCD15A}" type="presOf" srcId="{F3E081EA-C7C6-4C02-8A94-B40621CFF94F}" destId="{272E2289-B570-4380-969C-20F884F6C461}" srcOrd="0" destOrd="0" presId="urn:microsoft.com/office/officeart/2005/8/layout/vProcess5"/>
    <dgm:cxn modelId="{C0D5748D-6BBA-4F20-B9D6-C4932048318E}" type="presOf" srcId="{DFCBD210-78FF-46C9-8FD4-2882BC2CB2AB}" destId="{1BCC9E10-8145-493F-9ECE-55E4447FA84E}" srcOrd="0" destOrd="0" presId="urn:microsoft.com/office/officeart/2005/8/layout/vProcess5"/>
    <dgm:cxn modelId="{89D16A8F-2B79-42AF-8CA8-BFEA240A47D6}" type="presOf" srcId="{56256B3A-7AC1-485A-B763-FB6C0F03A8D9}" destId="{ABB29D5E-F11F-484E-8ED5-19D5EC278A22}" srcOrd="0" destOrd="0" presId="urn:microsoft.com/office/officeart/2005/8/layout/vProcess5"/>
    <dgm:cxn modelId="{1B05A994-C212-4319-9CF3-57F465FDD6C1}" srcId="{9A154FCC-F7BC-433E-8286-9C8779422EFF}" destId="{64D92B8F-041D-47A3-A61B-DE159B9769F7}" srcOrd="0" destOrd="0" parTransId="{FB2A5306-93E1-47EB-8618-09F64C926F1C}" sibTransId="{F3E081EA-C7C6-4C02-8A94-B40621CFF94F}"/>
    <dgm:cxn modelId="{5F7122D2-1BA3-4E2B-B17D-A063FBC3B91A}" srcId="{9A154FCC-F7BC-433E-8286-9C8779422EFF}" destId="{DFCBD210-78FF-46C9-8FD4-2882BC2CB2AB}" srcOrd="2" destOrd="0" parTransId="{987D6880-CE59-4C0F-9833-F9B14A530ECB}" sibTransId="{C0CD4DB3-F4BC-4EC0-A49A-877821195F5E}"/>
    <dgm:cxn modelId="{BEDAC8D8-0317-41FB-B9C1-BC49C1177A39}" type="presOf" srcId="{F64F6D7A-C916-4F82-8D3E-F4570BEF3224}" destId="{26AF844E-CAFF-4913-BD11-636489651B91}" srcOrd="0" destOrd="1" presId="urn:microsoft.com/office/officeart/2005/8/layout/vProcess5"/>
    <dgm:cxn modelId="{1EF2B334-7596-47F5-82D8-B373842D2C0C}" type="presParOf" srcId="{E969AF97-1DDD-4FE0-AF24-7A113D3D67EF}" destId="{FEDDB030-D7EA-494E-982A-EE008BE0FED1}" srcOrd="0" destOrd="0" presId="urn:microsoft.com/office/officeart/2005/8/layout/vProcess5"/>
    <dgm:cxn modelId="{139EA5E1-FDB6-4593-B4B7-5D675521AA9D}" type="presParOf" srcId="{E969AF97-1DDD-4FE0-AF24-7A113D3D67EF}" destId="{26AF844E-CAFF-4913-BD11-636489651B91}" srcOrd="1" destOrd="0" presId="urn:microsoft.com/office/officeart/2005/8/layout/vProcess5"/>
    <dgm:cxn modelId="{7B1C84AA-F5C7-4B3E-B20C-CBA29C3B5994}" type="presParOf" srcId="{E969AF97-1DDD-4FE0-AF24-7A113D3D67EF}" destId="{2E70A53F-8E51-4521-BDC9-463C9E8BC83E}" srcOrd="2" destOrd="0" presId="urn:microsoft.com/office/officeart/2005/8/layout/vProcess5"/>
    <dgm:cxn modelId="{2F519B1C-8A23-48AE-BCB8-07D84A342BA4}" type="presParOf" srcId="{E969AF97-1DDD-4FE0-AF24-7A113D3D67EF}" destId="{1BCC9E10-8145-493F-9ECE-55E4447FA84E}" srcOrd="3" destOrd="0" presId="urn:microsoft.com/office/officeart/2005/8/layout/vProcess5"/>
    <dgm:cxn modelId="{4127464A-9135-4A8A-B1D7-96AC16610198}" type="presParOf" srcId="{E969AF97-1DDD-4FE0-AF24-7A113D3D67EF}" destId="{272E2289-B570-4380-969C-20F884F6C461}" srcOrd="4" destOrd="0" presId="urn:microsoft.com/office/officeart/2005/8/layout/vProcess5"/>
    <dgm:cxn modelId="{CAF5B72C-909C-4573-B1BC-9C527BF3E828}" type="presParOf" srcId="{E969AF97-1DDD-4FE0-AF24-7A113D3D67EF}" destId="{ABB29D5E-F11F-484E-8ED5-19D5EC278A22}" srcOrd="5" destOrd="0" presId="urn:microsoft.com/office/officeart/2005/8/layout/vProcess5"/>
    <dgm:cxn modelId="{1AA60907-BDDB-43D6-99E4-017FD1D413CE}" type="presParOf" srcId="{E969AF97-1DDD-4FE0-AF24-7A113D3D67EF}" destId="{A1BBEEE1-8D1C-47BA-9FF2-87B286640B18}" srcOrd="6" destOrd="0" presId="urn:microsoft.com/office/officeart/2005/8/layout/vProcess5"/>
    <dgm:cxn modelId="{9895C7F2-BD59-46F1-A0A2-1D4BABD0F6E5}" type="presParOf" srcId="{E969AF97-1DDD-4FE0-AF24-7A113D3D67EF}" destId="{9F2CC115-60A6-4BD5-B4FE-F592B25BFB80}" srcOrd="7" destOrd="0" presId="urn:microsoft.com/office/officeart/2005/8/layout/vProcess5"/>
    <dgm:cxn modelId="{E434A764-BD0E-4C83-97CD-D4BD7CA33769}" type="presParOf" srcId="{E969AF97-1DDD-4FE0-AF24-7A113D3D67EF}" destId="{47C24E24-01BC-4691-8006-04ABBB8D4DDE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A17CC41-FC32-4CB5-BB93-0BB5DA613293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ECF2A3C-BA84-480A-92CA-E78A57F50F00}">
      <dgm:prSet/>
      <dgm:spPr/>
      <dgm:t>
        <a:bodyPr/>
        <a:lstStyle/>
        <a:p>
          <a:pPr>
            <a:defRPr b="1"/>
          </a:pPr>
          <a:r>
            <a:rPr lang="en-GB" dirty="0"/>
            <a:t>Implemented</a:t>
          </a:r>
          <a:endParaRPr lang="en-US" dirty="0"/>
        </a:p>
      </dgm:t>
    </dgm:pt>
    <dgm:pt modelId="{7F45A682-7F6F-4DE6-A08E-B3B6E5FF4F87}" type="parTrans" cxnId="{179B4B4F-17FA-49B4-BE78-74429C2BC2F1}">
      <dgm:prSet/>
      <dgm:spPr/>
      <dgm:t>
        <a:bodyPr/>
        <a:lstStyle/>
        <a:p>
          <a:endParaRPr lang="en-US"/>
        </a:p>
      </dgm:t>
    </dgm:pt>
    <dgm:pt modelId="{97CDC184-7BD9-4ED3-9B0D-55BE48851FA4}" type="sibTrans" cxnId="{179B4B4F-17FA-49B4-BE78-74429C2BC2F1}">
      <dgm:prSet/>
      <dgm:spPr/>
      <dgm:t>
        <a:bodyPr/>
        <a:lstStyle/>
        <a:p>
          <a:endParaRPr lang="en-US"/>
        </a:p>
      </dgm:t>
    </dgm:pt>
    <dgm:pt modelId="{D425B9AC-77AE-4876-98E5-82081AEE7D2A}">
      <dgm:prSet/>
      <dgm:spPr/>
      <dgm:t>
        <a:bodyPr/>
        <a:lstStyle/>
        <a:p>
          <a:r>
            <a:rPr lang="en-GB"/>
            <a:t>Account Creation &amp; Logging In</a:t>
          </a:r>
          <a:endParaRPr lang="en-US"/>
        </a:p>
      </dgm:t>
    </dgm:pt>
    <dgm:pt modelId="{D96F56F4-204D-4CEB-970A-3C704F5B9ADE}" type="parTrans" cxnId="{D064239D-1F1F-429F-A985-A63A877E350D}">
      <dgm:prSet/>
      <dgm:spPr/>
      <dgm:t>
        <a:bodyPr/>
        <a:lstStyle/>
        <a:p>
          <a:endParaRPr lang="en-US"/>
        </a:p>
      </dgm:t>
    </dgm:pt>
    <dgm:pt modelId="{3D4F43D8-02A9-4FE4-9E4D-53DC8F25E25D}" type="sibTrans" cxnId="{D064239D-1F1F-429F-A985-A63A877E350D}">
      <dgm:prSet/>
      <dgm:spPr/>
      <dgm:t>
        <a:bodyPr/>
        <a:lstStyle/>
        <a:p>
          <a:endParaRPr lang="en-US"/>
        </a:p>
      </dgm:t>
    </dgm:pt>
    <dgm:pt modelId="{412E6BB2-51C8-48D4-AA99-C354F72EC4A9}">
      <dgm:prSet/>
      <dgm:spPr/>
      <dgm:t>
        <a:bodyPr/>
        <a:lstStyle/>
        <a:p>
          <a:r>
            <a:rPr lang="en-GB"/>
            <a:t>Student Dashboard Prototype</a:t>
          </a:r>
          <a:endParaRPr lang="en-US"/>
        </a:p>
      </dgm:t>
    </dgm:pt>
    <dgm:pt modelId="{757EFB2C-3FB2-497B-98F3-0CCA863C305B}" type="parTrans" cxnId="{D049A7FD-5069-4269-B929-71C6665D2A8D}">
      <dgm:prSet/>
      <dgm:spPr/>
      <dgm:t>
        <a:bodyPr/>
        <a:lstStyle/>
        <a:p>
          <a:endParaRPr lang="en-US"/>
        </a:p>
      </dgm:t>
    </dgm:pt>
    <dgm:pt modelId="{BC3E22AD-F4AD-4878-8355-2DD612E3DB58}" type="sibTrans" cxnId="{D049A7FD-5069-4269-B929-71C6665D2A8D}">
      <dgm:prSet/>
      <dgm:spPr/>
      <dgm:t>
        <a:bodyPr/>
        <a:lstStyle/>
        <a:p>
          <a:endParaRPr lang="en-US"/>
        </a:p>
      </dgm:t>
    </dgm:pt>
    <dgm:pt modelId="{B4E42A12-05D7-492D-97F5-C45F65D6C85B}">
      <dgm:prSet/>
      <dgm:spPr/>
      <dgm:t>
        <a:bodyPr/>
        <a:lstStyle/>
        <a:p>
          <a:r>
            <a:rPr lang="en-GB"/>
            <a:t>Subjects Selection with Topics</a:t>
          </a:r>
          <a:endParaRPr lang="en-US"/>
        </a:p>
      </dgm:t>
    </dgm:pt>
    <dgm:pt modelId="{F28BE6B4-1C63-43EA-A83B-2FBFE5E6EBF1}" type="parTrans" cxnId="{415DFDE9-74F1-4A1F-855D-E6A0310AC223}">
      <dgm:prSet/>
      <dgm:spPr/>
      <dgm:t>
        <a:bodyPr/>
        <a:lstStyle/>
        <a:p>
          <a:endParaRPr lang="en-US"/>
        </a:p>
      </dgm:t>
    </dgm:pt>
    <dgm:pt modelId="{B17CB082-42BE-4F92-80E0-A52D378DC9EA}" type="sibTrans" cxnId="{415DFDE9-74F1-4A1F-855D-E6A0310AC223}">
      <dgm:prSet/>
      <dgm:spPr/>
      <dgm:t>
        <a:bodyPr/>
        <a:lstStyle/>
        <a:p>
          <a:endParaRPr lang="en-US"/>
        </a:p>
      </dgm:t>
    </dgm:pt>
    <dgm:pt modelId="{60DE333E-70DA-4DA7-8016-D0A4E15A6956}">
      <dgm:prSet/>
      <dgm:spPr/>
      <dgm:t>
        <a:bodyPr/>
        <a:lstStyle/>
        <a:p>
          <a:pPr>
            <a:defRPr b="1"/>
          </a:pPr>
          <a:r>
            <a:rPr lang="en-GB" dirty="0"/>
            <a:t>Pending</a:t>
          </a:r>
          <a:endParaRPr lang="en-US" dirty="0"/>
        </a:p>
      </dgm:t>
    </dgm:pt>
    <dgm:pt modelId="{BD145840-DABC-4052-B268-7A33FDD933B1}" type="parTrans" cxnId="{C080A3EA-C3B6-40C2-A598-D284D0A84EF8}">
      <dgm:prSet/>
      <dgm:spPr/>
      <dgm:t>
        <a:bodyPr/>
        <a:lstStyle/>
        <a:p>
          <a:endParaRPr lang="en-US"/>
        </a:p>
      </dgm:t>
    </dgm:pt>
    <dgm:pt modelId="{65EE9243-ABEE-4512-935A-4CA78A448C89}" type="sibTrans" cxnId="{C080A3EA-C3B6-40C2-A598-D284D0A84EF8}">
      <dgm:prSet/>
      <dgm:spPr/>
      <dgm:t>
        <a:bodyPr/>
        <a:lstStyle/>
        <a:p>
          <a:endParaRPr lang="en-US"/>
        </a:p>
      </dgm:t>
    </dgm:pt>
    <dgm:pt modelId="{CB7DB897-9F03-436A-8781-60B7D391A1A0}">
      <dgm:prSet/>
      <dgm:spPr/>
      <dgm:t>
        <a:bodyPr/>
        <a:lstStyle/>
        <a:p>
          <a:r>
            <a:rPr lang="en-GB"/>
            <a:t>Questions For Each Topic</a:t>
          </a:r>
          <a:endParaRPr lang="en-US"/>
        </a:p>
      </dgm:t>
    </dgm:pt>
    <dgm:pt modelId="{3EA1B904-E67D-46BF-B8CB-11B4EB86257A}" type="parTrans" cxnId="{9867FFE7-6885-4C54-88D6-3A1E6CEF102C}">
      <dgm:prSet/>
      <dgm:spPr/>
      <dgm:t>
        <a:bodyPr/>
        <a:lstStyle/>
        <a:p>
          <a:endParaRPr lang="en-US"/>
        </a:p>
      </dgm:t>
    </dgm:pt>
    <dgm:pt modelId="{1789475A-F4A4-4E97-AFEE-8D3202EE5FF0}" type="sibTrans" cxnId="{9867FFE7-6885-4C54-88D6-3A1E6CEF102C}">
      <dgm:prSet/>
      <dgm:spPr/>
      <dgm:t>
        <a:bodyPr/>
        <a:lstStyle/>
        <a:p>
          <a:endParaRPr lang="en-US"/>
        </a:p>
      </dgm:t>
    </dgm:pt>
    <dgm:pt modelId="{065A32E3-4DDB-4BB4-A6F1-935EB9BB3A9E}">
      <dgm:prSet/>
      <dgm:spPr/>
      <dgm:t>
        <a:bodyPr/>
        <a:lstStyle/>
        <a:p>
          <a:r>
            <a:rPr lang="en-GB"/>
            <a:t>Points System</a:t>
          </a:r>
          <a:endParaRPr lang="en-US"/>
        </a:p>
      </dgm:t>
    </dgm:pt>
    <dgm:pt modelId="{149A9547-167B-4801-9D34-BCFBF4DAB88A}" type="parTrans" cxnId="{DECEB884-845F-4392-B984-3F4B51FB4625}">
      <dgm:prSet/>
      <dgm:spPr/>
      <dgm:t>
        <a:bodyPr/>
        <a:lstStyle/>
        <a:p>
          <a:endParaRPr lang="en-US"/>
        </a:p>
      </dgm:t>
    </dgm:pt>
    <dgm:pt modelId="{982DC621-B1ED-4559-A685-C3612EF52F84}" type="sibTrans" cxnId="{DECEB884-845F-4392-B984-3F4B51FB4625}">
      <dgm:prSet/>
      <dgm:spPr/>
      <dgm:t>
        <a:bodyPr/>
        <a:lstStyle/>
        <a:p>
          <a:endParaRPr lang="en-US"/>
        </a:p>
      </dgm:t>
    </dgm:pt>
    <dgm:pt modelId="{F4E5B284-2A08-446A-934A-DBA02E05CDE5}">
      <dgm:prSet/>
      <dgm:spPr/>
      <dgm:t>
        <a:bodyPr/>
        <a:lstStyle/>
        <a:p>
          <a:r>
            <a:rPr lang="en-GB"/>
            <a:t>Leaderboard</a:t>
          </a:r>
          <a:endParaRPr lang="en-US"/>
        </a:p>
      </dgm:t>
    </dgm:pt>
    <dgm:pt modelId="{9B01828E-D58F-4E9D-831E-E8770370AA80}" type="parTrans" cxnId="{D37B8227-3D41-4765-A288-AECBB3137900}">
      <dgm:prSet/>
      <dgm:spPr/>
      <dgm:t>
        <a:bodyPr/>
        <a:lstStyle/>
        <a:p>
          <a:endParaRPr lang="en-US"/>
        </a:p>
      </dgm:t>
    </dgm:pt>
    <dgm:pt modelId="{E0856360-49A1-4E54-9A16-27CF586EC747}" type="sibTrans" cxnId="{D37B8227-3D41-4765-A288-AECBB3137900}">
      <dgm:prSet/>
      <dgm:spPr/>
      <dgm:t>
        <a:bodyPr/>
        <a:lstStyle/>
        <a:p>
          <a:endParaRPr lang="en-US"/>
        </a:p>
      </dgm:t>
    </dgm:pt>
    <dgm:pt modelId="{71566AE2-8906-4BE1-881C-B4FCB8584E6A}">
      <dgm:prSet/>
      <dgm:spPr/>
      <dgm:t>
        <a:bodyPr/>
        <a:lstStyle/>
        <a:p>
          <a:r>
            <a:rPr lang="en-GB"/>
            <a:t>Admin Profiles</a:t>
          </a:r>
          <a:endParaRPr lang="en-US"/>
        </a:p>
      </dgm:t>
    </dgm:pt>
    <dgm:pt modelId="{589B6FF5-7FCF-4192-8BDA-69BC45E359E0}" type="parTrans" cxnId="{EA466717-26BB-4355-99AC-5C20A941964E}">
      <dgm:prSet/>
      <dgm:spPr/>
      <dgm:t>
        <a:bodyPr/>
        <a:lstStyle/>
        <a:p>
          <a:endParaRPr lang="en-US"/>
        </a:p>
      </dgm:t>
    </dgm:pt>
    <dgm:pt modelId="{C684A22E-DA24-4320-B29E-4EECFB1C4846}" type="sibTrans" cxnId="{EA466717-26BB-4355-99AC-5C20A941964E}">
      <dgm:prSet/>
      <dgm:spPr/>
      <dgm:t>
        <a:bodyPr/>
        <a:lstStyle/>
        <a:p>
          <a:endParaRPr lang="en-US"/>
        </a:p>
      </dgm:t>
    </dgm:pt>
    <dgm:pt modelId="{C2FB3C4A-FE2C-4E6E-A6AF-35B26639C6C7}">
      <dgm:prSet/>
      <dgm:spPr/>
      <dgm:t>
        <a:bodyPr/>
        <a:lstStyle/>
        <a:p>
          <a:pPr>
            <a:defRPr b="1"/>
          </a:pPr>
          <a:r>
            <a:rPr lang="en-GB" dirty="0"/>
            <a:t>Potentially</a:t>
          </a:r>
          <a:endParaRPr lang="en-US" dirty="0"/>
        </a:p>
      </dgm:t>
    </dgm:pt>
    <dgm:pt modelId="{8A5E5F50-5448-4E70-B3BF-02CE3D7B3305}" type="parTrans" cxnId="{1A329D77-C071-4230-8BF5-1D905E866FC9}">
      <dgm:prSet/>
      <dgm:spPr/>
      <dgm:t>
        <a:bodyPr/>
        <a:lstStyle/>
        <a:p>
          <a:endParaRPr lang="en-US"/>
        </a:p>
      </dgm:t>
    </dgm:pt>
    <dgm:pt modelId="{F2DECE71-29D7-49D4-95E8-1AAF3395A6AE}" type="sibTrans" cxnId="{1A329D77-C071-4230-8BF5-1D905E866FC9}">
      <dgm:prSet/>
      <dgm:spPr/>
      <dgm:t>
        <a:bodyPr/>
        <a:lstStyle/>
        <a:p>
          <a:endParaRPr lang="en-US"/>
        </a:p>
      </dgm:t>
    </dgm:pt>
    <dgm:pt modelId="{7F89227D-5CB8-47B7-A86A-550C0E622D88}">
      <dgm:prSet/>
      <dgm:spPr/>
      <dgm:t>
        <a:bodyPr/>
        <a:lstStyle/>
        <a:p>
          <a:r>
            <a:rPr lang="en-GB"/>
            <a:t>Tutor Profiles &amp; Classes</a:t>
          </a:r>
          <a:endParaRPr lang="en-US"/>
        </a:p>
      </dgm:t>
    </dgm:pt>
    <dgm:pt modelId="{D817BF12-C0AA-414E-BAB3-573432262A99}" type="parTrans" cxnId="{2DE0337A-8F30-47E4-A566-2318F559547D}">
      <dgm:prSet/>
      <dgm:spPr/>
      <dgm:t>
        <a:bodyPr/>
        <a:lstStyle/>
        <a:p>
          <a:endParaRPr lang="en-US"/>
        </a:p>
      </dgm:t>
    </dgm:pt>
    <dgm:pt modelId="{DBF6A871-2403-4AB8-A079-E58ADC664C27}" type="sibTrans" cxnId="{2DE0337A-8F30-47E4-A566-2318F559547D}">
      <dgm:prSet/>
      <dgm:spPr/>
      <dgm:t>
        <a:bodyPr/>
        <a:lstStyle/>
        <a:p>
          <a:endParaRPr lang="en-US"/>
        </a:p>
      </dgm:t>
    </dgm:pt>
    <dgm:pt modelId="{36AF0CE1-5467-48D4-8C68-4B644EEAE4B7}">
      <dgm:prSet/>
      <dgm:spPr/>
      <dgm:t>
        <a:bodyPr/>
        <a:lstStyle/>
        <a:p>
          <a:r>
            <a:rPr lang="en-GB"/>
            <a:t>Contests System</a:t>
          </a:r>
          <a:endParaRPr lang="en-US"/>
        </a:p>
      </dgm:t>
    </dgm:pt>
    <dgm:pt modelId="{35F6A63A-DFF6-462E-9BA1-FA033A6A5F6E}" type="parTrans" cxnId="{C4661CFE-003E-42AC-BB25-97D742A0A9A3}">
      <dgm:prSet/>
      <dgm:spPr/>
      <dgm:t>
        <a:bodyPr/>
        <a:lstStyle/>
        <a:p>
          <a:endParaRPr lang="en-US"/>
        </a:p>
      </dgm:t>
    </dgm:pt>
    <dgm:pt modelId="{AE3EFB07-1DC6-4654-8D96-8BEAC56C09DC}" type="sibTrans" cxnId="{C4661CFE-003E-42AC-BB25-97D742A0A9A3}">
      <dgm:prSet/>
      <dgm:spPr/>
      <dgm:t>
        <a:bodyPr/>
        <a:lstStyle/>
        <a:p>
          <a:endParaRPr lang="en-US"/>
        </a:p>
      </dgm:t>
    </dgm:pt>
    <dgm:pt modelId="{CBDF9E53-3EA5-41F9-B90F-216CE038DD26}" type="pres">
      <dgm:prSet presAssocID="{6A17CC41-FC32-4CB5-BB93-0BB5DA613293}" presName="root" presStyleCnt="0">
        <dgm:presLayoutVars>
          <dgm:dir/>
          <dgm:resizeHandles val="exact"/>
        </dgm:presLayoutVars>
      </dgm:prSet>
      <dgm:spPr/>
    </dgm:pt>
    <dgm:pt modelId="{11EF589C-7ADC-4236-88AA-5919591B3019}" type="pres">
      <dgm:prSet presAssocID="{EECF2A3C-BA84-480A-92CA-E78A57F50F00}" presName="compNode" presStyleCnt="0"/>
      <dgm:spPr/>
    </dgm:pt>
    <dgm:pt modelId="{AFF60285-135C-40E8-9181-2069D937C815}" type="pres">
      <dgm:prSet presAssocID="{EECF2A3C-BA84-480A-92CA-E78A57F50F0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317B615A-06C2-4FFE-9A7B-CCA973566C44}" type="pres">
      <dgm:prSet presAssocID="{EECF2A3C-BA84-480A-92CA-E78A57F50F00}" presName="iconSpace" presStyleCnt="0"/>
      <dgm:spPr/>
    </dgm:pt>
    <dgm:pt modelId="{F69D806E-0012-4B13-A870-CAED2E1D8B9C}" type="pres">
      <dgm:prSet presAssocID="{EECF2A3C-BA84-480A-92CA-E78A57F50F00}" presName="parTx" presStyleLbl="revTx" presStyleIdx="0" presStyleCnt="6">
        <dgm:presLayoutVars>
          <dgm:chMax val="0"/>
          <dgm:chPref val="0"/>
        </dgm:presLayoutVars>
      </dgm:prSet>
      <dgm:spPr/>
    </dgm:pt>
    <dgm:pt modelId="{45119D5B-35BE-449A-8075-4AD5C9AFE658}" type="pres">
      <dgm:prSet presAssocID="{EECF2A3C-BA84-480A-92CA-E78A57F50F00}" presName="txSpace" presStyleCnt="0"/>
      <dgm:spPr/>
    </dgm:pt>
    <dgm:pt modelId="{DF68B131-109F-4D5F-BBDC-14EE102A8D8E}" type="pres">
      <dgm:prSet presAssocID="{EECF2A3C-BA84-480A-92CA-E78A57F50F00}" presName="desTx" presStyleLbl="revTx" presStyleIdx="1" presStyleCnt="6">
        <dgm:presLayoutVars/>
      </dgm:prSet>
      <dgm:spPr/>
    </dgm:pt>
    <dgm:pt modelId="{4BA08070-3C21-4EF0-BB37-9E1F74A0EC6D}" type="pres">
      <dgm:prSet presAssocID="{97CDC184-7BD9-4ED3-9B0D-55BE48851FA4}" presName="sibTrans" presStyleCnt="0"/>
      <dgm:spPr/>
    </dgm:pt>
    <dgm:pt modelId="{0CBCFF7B-A2BD-4940-A66A-9A3088045013}" type="pres">
      <dgm:prSet presAssocID="{60DE333E-70DA-4DA7-8016-D0A4E15A6956}" presName="compNode" presStyleCnt="0"/>
      <dgm:spPr/>
    </dgm:pt>
    <dgm:pt modelId="{256EA126-F696-4D0A-8B0A-14D697455079}" type="pres">
      <dgm:prSet presAssocID="{60DE333E-70DA-4DA7-8016-D0A4E15A695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317224A7-DE6C-42B5-AFBB-74E853E4CC1A}" type="pres">
      <dgm:prSet presAssocID="{60DE333E-70DA-4DA7-8016-D0A4E15A6956}" presName="iconSpace" presStyleCnt="0"/>
      <dgm:spPr/>
    </dgm:pt>
    <dgm:pt modelId="{2448927D-6450-4B9D-A254-BE5F71E78291}" type="pres">
      <dgm:prSet presAssocID="{60DE333E-70DA-4DA7-8016-D0A4E15A6956}" presName="parTx" presStyleLbl="revTx" presStyleIdx="2" presStyleCnt="6">
        <dgm:presLayoutVars>
          <dgm:chMax val="0"/>
          <dgm:chPref val="0"/>
        </dgm:presLayoutVars>
      </dgm:prSet>
      <dgm:spPr/>
    </dgm:pt>
    <dgm:pt modelId="{44D357DE-0AAB-49DE-A037-03FBC8AFB955}" type="pres">
      <dgm:prSet presAssocID="{60DE333E-70DA-4DA7-8016-D0A4E15A6956}" presName="txSpace" presStyleCnt="0"/>
      <dgm:spPr/>
    </dgm:pt>
    <dgm:pt modelId="{B5B3E72F-AAE0-4724-8EAB-F14255E07E0C}" type="pres">
      <dgm:prSet presAssocID="{60DE333E-70DA-4DA7-8016-D0A4E15A6956}" presName="desTx" presStyleLbl="revTx" presStyleIdx="3" presStyleCnt="6">
        <dgm:presLayoutVars/>
      </dgm:prSet>
      <dgm:spPr/>
    </dgm:pt>
    <dgm:pt modelId="{8F33D6E4-6075-48E9-AC44-90B6216A6A4A}" type="pres">
      <dgm:prSet presAssocID="{65EE9243-ABEE-4512-935A-4CA78A448C89}" presName="sibTrans" presStyleCnt="0"/>
      <dgm:spPr/>
    </dgm:pt>
    <dgm:pt modelId="{E3CF9F39-0292-4726-816B-D56C780C9799}" type="pres">
      <dgm:prSet presAssocID="{C2FB3C4A-FE2C-4E6E-A6AF-35B26639C6C7}" presName="compNode" presStyleCnt="0"/>
      <dgm:spPr/>
    </dgm:pt>
    <dgm:pt modelId="{315ED730-1282-4AB3-92BF-505F021CACF3}" type="pres">
      <dgm:prSet presAssocID="{C2FB3C4A-FE2C-4E6E-A6AF-35B26639C6C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F82364EB-BC81-45E6-9383-FA0574B7D5E1}" type="pres">
      <dgm:prSet presAssocID="{C2FB3C4A-FE2C-4E6E-A6AF-35B26639C6C7}" presName="iconSpace" presStyleCnt="0"/>
      <dgm:spPr/>
    </dgm:pt>
    <dgm:pt modelId="{A8C3D147-6D2C-49E9-9933-512D7985414B}" type="pres">
      <dgm:prSet presAssocID="{C2FB3C4A-FE2C-4E6E-A6AF-35B26639C6C7}" presName="parTx" presStyleLbl="revTx" presStyleIdx="4" presStyleCnt="6">
        <dgm:presLayoutVars>
          <dgm:chMax val="0"/>
          <dgm:chPref val="0"/>
        </dgm:presLayoutVars>
      </dgm:prSet>
      <dgm:spPr/>
    </dgm:pt>
    <dgm:pt modelId="{56CCB34D-F65F-4A33-830E-E07014E48917}" type="pres">
      <dgm:prSet presAssocID="{C2FB3C4A-FE2C-4E6E-A6AF-35B26639C6C7}" presName="txSpace" presStyleCnt="0"/>
      <dgm:spPr/>
    </dgm:pt>
    <dgm:pt modelId="{D8CCE8C3-8690-462D-91FB-D1C3B677BA16}" type="pres">
      <dgm:prSet presAssocID="{C2FB3C4A-FE2C-4E6E-A6AF-35B26639C6C7}" presName="desTx" presStyleLbl="revTx" presStyleIdx="5" presStyleCnt="6">
        <dgm:presLayoutVars/>
      </dgm:prSet>
      <dgm:spPr/>
    </dgm:pt>
  </dgm:ptLst>
  <dgm:cxnLst>
    <dgm:cxn modelId="{EA466717-26BB-4355-99AC-5C20A941964E}" srcId="{60DE333E-70DA-4DA7-8016-D0A4E15A6956}" destId="{71566AE2-8906-4BE1-881C-B4FCB8584E6A}" srcOrd="3" destOrd="0" parTransId="{589B6FF5-7FCF-4192-8BDA-69BC45E359E0}" sibTransId="{C684A22E-DA24-4320-B29E-4EECFB1C4846}"/>
    <dgm:cxn modelId="{B7E59926-2803-4A24-802A-FF64617A2802}" type="presOf" srcId="{6A17CC41-FC32-4CB5-BB93-0BB5DA613293}" destId="{CBDF9E53-3EA5-41F9-B90F-216CE038DD26}" srcOrd="0" destOrd="0" presId="urn:microsoft.com/office/officeart/2018/5/layout/CenteredIconLabelDescriptionList"/>
    <dgm:cxn modelId="{D37B8227-3D41-4765-A288-AECBB3137900}" srcId="{60DE333E-70DA-4DA7-8016-D0A4E15A6956}" destId="{F4E5B284-2A08-446A-934A-DBA02E05CDE5}" srcOrd="2" destOrd="0" parTransId="{9B01828E-D58F-4E9D-831E-E8770370AA80}" sibTransId="{E0856360-49A1-4E54-9A16-27CF586EC747}"/>
    <dgm:cxn modelId="{234DEA37-BED1-4E4A-B11B-F83FEA72D761}" type="presOf" srcId="{B4E42A12-05D7-492D-97F5-C45F65D6C85B}" destId="{DF68B131-109F-4D5F-BBDC-14EE102A8D8E}" srcOrd="0" destOrd="2" presId="urn:microsoft.com/office/officeart/2018/5/layout/CenteredIconLabelDescriptionList"/>
    <dgm:cxn modelId="{EB523760-05EB-4167-B8AE-23784C0244CB}" type="presOf" srcId="{065A32E3-4DDB-4BB4-A6F1-935EB9BB3A9E}" destId="{B5B3E72F-AAE0-4724-8EAB-F14255E07E0C}" srcOrd="0" destOrd="1" presId="urn:microsoft.com/office/officeart/2018/5/layout/CenteredIconLabelDescriptionList"/>
    <dgm:cxn modelId="{D8586F43-CE6F-4280-BF66-C8694EB097CC}" type="presOf" srcId="{71566AE2-8906-4BE1-881C-B4FCB8584E6A}" destId="{B5B3E72F-AAE0-4724-8EAB-F14255E07E0C}" srcOrd="0" destOrd="3" presId="urn:microsoft.com/office/officeart/2018/5/layout/CenteredIconLabelDescriptionList"/>
    <dgm:cxn modelId="{01FD714B-37DE-47F6-9028-2384FACB66A4}" type="presOf" srcId="{CB7DB897-9F03-436A-8781-60B7D391A1A0}" destId="{B5B3E72F-AAE0-4724-8EAB-F14255E07E0C}" srcOrd="0" destOrd="0" presId="urn:microsoft.com/office/officeart/2018/5/layout/CenteredIconLabelDescriptionList"/>
    <dgm:cxn modelId="{179B4B4F-17FA-49B4-BE78-74429C2BC2F1}" srcId="{6A17CC41-FC32-4CB5-BB93-0BB5DA613293}" destId="{EECF2A3C-BA84-480A-92CA-E78A57F50F00}" srcOrd="0" destOrd="0" parTransId="{7F45A682-7F6F-4DE6-A08E-B3B6E5FF4F87}" sibTransId="{97CDC184-7BD9-4ED3-9B0D-55BE48851FA4}"/>
    <dgm:cxn modelId="{1A329D77-C071-4230-8BF5-1D905E866FC9}" srcId="{6A17CC41-FC32-4CB5-BB93-0BB5DA613293}" destId="{C2FB3C4A-FE2C-4E6E-A6AF-35B26639C6C7}" srcOrd="2" destOrd="0" parTransId="{8A5E5F50-5448-4E70-B3BF-02CE3D7B3305}" sibTransId="{F2DECE71-29D7-49D4-95E8-1AAF3395A6AE}"/>
    <dgm:cxn modelId="{CD4B5D78-455B-4044-84C9-5208997E7BF3}" type="presOf" srcId="{F4E5B284-2A08-446A-934A-DBA02E05CDE5}" destId="{B5B3E72F-AAE0-4724-8EAB-F14255E07E0C}" srcOrd="0" destOrd="2" presId="urn:microsoft.com/office/officeart/2018/5/layout/CenteredIconLabelDescriptionList"/>
    <dgm:cxn modelId="{7724EF79-06A2-41A4-888C-E080809FCDAB}" type="presOf" srcId="{7F89227D-5CB8-47B7-A86A-550C0E622D88}" destId="{D8CCE8C3-8690-462D-91FB-D1C3B677BA16}" srcOrd="0" destOrd="0" presId="urn:microsoft.com/office/officeart/2018/5/layout/CenteredIconLabelDescriptionList"/>
    <dgm:cxn modelId="{2DE0337A-8F30-47E4-A566-2318F559547D}" srcId="{C2FB3C4A-FE2C-4E6E-A6AF-35B26639C6C7}" destId="{7F89227D-5CB8-47B7-A86A-550C0E622D88}" srcOrd="0" destOrd="0" parTransId="{D817BF12-C0AA-414E-BAB3-573432262A99}" sibTransId="{DBF6A871-2403-4AB8-A079-E58ADC664C27}"/>
    <dgm:cxn modelId="{DECEB884-845F-4392-B984-3F4B51FB4625}" srcId="{60DE333E-70DA-4DA7-8016-D0A4E15A6956}" destId="{065A32E3-4DDB-4BB4-A6F1-935EB9BB3A9E}" srcOrd="1" destOrd="0" parTransId="{149A9547-167B-4801-9D34-BCFBF4DAB88A}" sibTransId="{982DC621-B1ED-4559-A685-C3612EF52F84}"/>
    <dgm:cxn modelId="{D064239D-1F1F-429F-A985-A63A877E350D}" srcId="{EECF2A3C-BA84-480A-92CA-E78A57F50F00}" destId="{D425B9AC-77AE-4876-98E5-82081AEE7D2A}" srcOrd="0" destOrd="0" parTransId="{D96F56F4-204D-4CEB-970A-3C704F5B9ADE}" sibTransId="{3D4F43D8-02A9-4FE4-9E4D-53DC8F25E25D}"/>
    <dgm:cxn modelId="{E9CB669E-653B-4170-B862-5B44AF4A5794}" type="presOf" srcId="{60DE333E-70DA-4DA7-8016-D0A4E15A6956}" destId="{2448927D-6450-4B9D-A254-BE5F71E78291}" srcOrd="0" destOrd="0" presId="urn:microsoft.com/office/officeart/2018/5/layout/CenteredIconLabelDescriptionList"/>
    <dgm:cxn modelId="{38BA89A6-D831-4232-896A-882E3D827F88}" type="presOf" srcId="{36AF0CE1-5467-48D4-8C68-4B644EEAE4B7}" destId="{D8CCE8C3-8690-462D-91FB-D1C3B677BA16}" srcOrd="0" destOrd="1" presId="urn:microsoft.com/office/officeart/2018/5/layout/CenteredIconLabelDescriptionList"/>
    <dgm:cxn modelId="{A31DDDAC-0064-4045-B756-DE32881C18CB}" type="presOf" srcId="{D425B9AC-77AE-4876-98E5-82081AEE7D2A}" destId="{DF68B131-109F-4D5F-BBDC-14EE102A8D8E}" srcOrd="0" destOrd="0" presId="urn:microsoft.com/office/officeart/2018/5/layout/CenteredIconLabelDescriptionList"/>
    <dgm:cxn modelId="{75A65BB0-FAC2-4C17-AA31-424DE3BC4750}" type="presOf" srcId="{C2FB3C4A-FE2C-4E6E-A6AF-35B26639C6C7}" destId="{A8C3D147-6D2C-49E9-9933-512D7985414B}" srcOrd="0" destOrd="0" presId="urn:microsoft.com/office/officeart/2018/5/layout/CenteredIconLabelDescriptionList"/>
    <dgm:cxn modelId="{9E76A5B2-FDE1-4FCE-AA35-4866C23FB47B}" type="presOf" srcId="{EECF2A3C-BA84-480A-92CA-E78A57F50F00}" destId="{F69D806E-0012-4B13-A870-CAED2E1D8B9C}" srcOrd="0" destOrd="0" presId="urn:microsoft.com/office/officeart/2018/5/layout/CenteredIconLabelDescriptionList"/>
    <dgm:cxn modelId="{9867FFE7-6885-4C54-88D6-3A1E6CEF102C}" srcId="{60DE333E-70DA-4DA7-8016-D0A4E15A6956}" destId="{CB7DB897-9F03-436A-8781-60B7D391A1A0}" srcOrd="0" destOrd="0" parTransId="{3EA1B904-E67D-46BF-B8CB-11B4EB86257A}" sibTransId="{1789475A-F4A4-4E97-AFEE-8D3202EE5FF0}"/>
    <dgm:cxn modelId="{415DFDE9-74F1-4A1F-855D-E6A0310AC223}" srcId="{EECF2A3C-BA84-480A-92CA-E78A57F50F00}" destId="{B4E42A12-05D7-492D-97F5-C45F65D6C85B}" srcOrd="2" destOrd="0" parTransId="{F28BE6B4-1C63-43EA-A83B-2FBFE5E6EBF1}" sibTransId="{B17CB082-42BE-4F92-80E0-A52D378DC9EA}"/>
    <dgm:cxn modelId="{C080A3EA-C3B6-40C2-A598-D284D0A84EF8}" srcId="{6A17CC41-FC32-4CB5-BB93-0BB5DA613293}" destId="{60DE333E-70DA-4DA7-8016-D0A4E15A6956}" srcOrd="1" destOrd="0" parTransId="{BD145840-DABC-4052-B268-7A33FDD933B1}" sibTransId="{65EE9243-ABEE-4512-935A-4CA78A448C89}"/>
    <dgm:cxn modelId="{3826E6FB-9112-4404-9FC1-1579BC6FC30C}" type="presOf" srcId="{412E6BB2-51C8-48D4-AA99-C354F72EC4A9}" destId="{DF68B131-109F-4D5F-BBDC-14EE102A8D8E}" srcOrd="0" destOrd="1" presId="urn:microsoft.com/office/officeart/2018/5/layout/CenteredIconLabelDescriptionList"/>
    <dgm:cxn modelId="{D049A7FD-5069-4269-B929-71C6665D2A8D}" srcId="{EECF2A3C-BA84-480A-92CA-E78A57F50F00}" destId="{412E6BB2-51C8-48D4-AA99-C354F72EC4A9}" srcOrd="1" destOrd="0" parTransId="{757EFB2C-3FB2-497B-98F3-0CCA863C305B}" sibTransId="{BC3E22AD-F4AD-4878-8355-2DD612E3DB58}"/>
    <dgm:cxn modelId="{C4661CFE-003E-42AC-BB25-97D742A0A9A3}" srcId="{C2FB3C4A-FE2C-4E6E-A6AF-35B26639C6C7}" destId="{36AF0CE1-5467-48D4-8C68-4B644EEAE4B7}" srcOrd="1" destOrd="0" parTransId="{35F6A63A-DFF6-462E-9BA1-FA033A6A5F6E}" sibTransId="{AE3EFB07-1DC6-4654-8D96-8BEAC56C09DC}"/>
    <dgm:cxn modelId="{749581BC-4392-44FF-9AA2-59E4BAE67774}" type="presParOf" srcId="{CBDF9E53-3EA5-41F9-B90F-216CE038DD26}" destId="{11EF589C-7ADC-4236-88AA-5919591B3019}" srcOrd="0" destOrd="0" presId="urn:microsoft.com/office/officeart/2018/5/layout/CenteredIconLabelDescriptionList"/>
    <dgm:cxn modelId="{ED83B315-58EE-4DF8-85E7-A93809A75784}" type="presParOf" srcId="{11EF589C-7ADC-4236-88AA-5919591B3019}" destId="{AFF60285-135C-40E8-9181-2069D937C815}" srcOrd="0" destOrd="0" presId="urn:microsoft.com/office/officeart/2018/5/layout/CenteredIconLabelDescriptionList"/>
    <dgm:cxn modelId="{44E7DF40-745D-407A-B61F-2B79BF7E0FEE}" type="presParOf" srcId="{11EF589C-7ADC-4236-88AA-5919591B3019}" destId="{317B615A-06C2-4FFE-9A7B-CCA973566C44}" srcOrd="1" destOrd="0" presId="urn:microsoft.com/office/officeart/2018/5/layout/CenteredIconLabelDescriptionList"/>
    <dgm:cxn modelId="{0C94A1D9-7740-4A7F-8303-C4FB7E792FC3}" type="presParOf" srcId="{11EF589C-7ADC-4236-88AA-5919591B3019}" destId="{F69D806E-0012-4B13-A870-CAED2E1D8B9C}" srcOrd="2" destOrd="0" presId="urn:microsoft.com/office/officeart/2018/5/layout/CenteredIconLabelDescriptionList"/>
    <dgm:cxn modelId="{C965A024-3FA4-45D9-8C07-130437755E2F}" type="presParOf" srcId="{11EF589C-7ADC-4236-88AA-5919591B3019}" destId="{45119D5B-35BE-449A-8075-4AD5C9AFE658}" srcOrd="3" destOrd="0" presId="urn:microsoft.com/office/officeart/2018/5/layout/CenteredIconLabelDescriptionList"/>
    <dgm:cxn modelId="{D3354BF2-3347-4E20-A7B7-6E5D473E20A5}" type="presParOf" srcId="{11EF589C-7ADC-4236-88AA-5919591B3019}" destId="{DF68B131-109F-4D5F-BBDC-14EE102A8D8E}" srcOrd="4" destOrd="0" presId="urn:microsoft.com/office/officeart/2018/5/layout/CenteredIconLabelDescriptionList"/>
    <dgm:cxn modelId="{40132B3E-CB17-4EEC-830F-F4FDFC833F63}" type="presParOf" srcId="{CBDF9E53-3EA5-41F9-B90F-216CE038DD26}" destId="{4BA08070-3C21-4EF0-BB37-9E1F74A0EC6D}" srcOrd="1" destOrd="0" presId="urn:microsoft.com/office/officeart/2018/5/layout/CenteredIconLabelDescriptionList"/>
    <dgm:cxn modelId="{CBA28037-3A77-4DB7-98E0-D613ECA24DD2}" type="presParOf" srcId="{CBDF9E53-3EA5-41F9-B90F-216CE038DD26}" destId="{0CBCFF7B-A2BD-4940-A66A-9A3088045013}" srcOrd="2" destOrd="0" presId="urn:microsoft.com/office/officeart/2018/5/layout/CenteredIconLabelDescriptionList"/>
    <dgm:cxn modelId="{D2EFF910-9D6A-410E-9E41-1FC33098994F}" type="presParOf" srcId="{0CBCFF7B-A2BD-4940-A66A-9A3088045013}" destId="{256EA126-F696-4D0A-8B0A-14D697455079}" srcOrd="0" destOrd="0" presId="urn:microsoft.com/office/officeart/2018/5/layout/CenteredIconLabelDescriptionList"/>
    <dgm:cxn modelId="{28430592-1CE4-45AE-BBB2-E2F468D0FF50}" type="presParOf" srcId="{0CBCFF7B-A2BD-4940-A66A-9A3088045013}" destId="{317224A7-DE6C-42B5-AFBB-74E853E4CC1A}" srcOrd="1" destOrd="0" presId="urn:microsoft.com/office/officeart/2018/5/layout/CenteredIconLabelDescriptionList"/>
    <dgm:cxn modelId="{3F9870F9-146D-4DF6-AD50-ED784B5B7C09}" type="presParOf" srcId="{0CBCFF7B-A2BD-4940-A66A-9A3088045013}" destId="{2448927D-6450-4B9D-A254-BE5F71E78291}" srcOrd="2" destOrd="0" presId="urn:microsoft.com/office/officeart/2018/5/layout/CenteredIconLabelDescriptionList"/>
    <dgm:cxn modelId="{7C951610-843B-4DAB-B67F-76A990C8799A}" type="presParOf" srcId="{0CBCFF7B-A2BD-4940-A66A-9A3088045013}" destId="{44D357DE-0AAB-49DE-A037-03FBC8AFB955}" srcOrd="3" destOrd="0" presId="urn:microsoft.com/office/officeart/2018/5/layout/CenteredIconLabelDescriptionList"/>
    <dgm:cxn modelId="{7D49E9A4-4C1C-4B81-86FC-4E8258BE10DF}" type="presParOf" srcId="{0CBCFF7B-A2BD-4940-A66A-9A3088045013}" destId="{B5B3E72F-AAE0-4724-8EAB-F14255E07E0C}" srcOrd="4" destOrd="0" presId="urn:microsoft.com/office/officeart/2018/5/layout/CenteredIconLabelDescriptionList"/>
    <dgm:cxn modelId="{81097EE9-F749-4727-93CA-D3E72087FDF7}" type="presParOf" srcId="{CBDF9E53-3EA5-41F9-B90F-216CE038DD26}" destId="{8F33D6E4-6075-48E9-AC44-90B6216A6A4A}" srcOrd="3" destOrd="0" presId="urn:microsoft.com/office/officeart/2018/5/layout/CenteredIconLabelDescriptionList"/>
    <dgm:cxn modelId="{6C450478-FB04-450E-A8F5-FBB38757210F}" type="presParOf" srcId="{CBDF9E53-3EA5-41F9-B90F-216CE038DD26}" destId="{E3CF9F39-0292-4726-816B-D56C780C9799}" srcOrd="4" destOrd="0" presId="urn:microsoft.com/office/officeart/2018/5/layout/CenteredIconLabelDescriptionList"/>
    <dgm:cxn modelId="{8A0D3AA9-F296-4A92-AE81-6CE4527A4C6B}" type="presParOf" srcId="{E3CF9F39-0292-4726-816B-D56C780C9799}" destId="{315ED730-1282-4AB3-92BF-505F021CACF3}" srcOrd="0" destOrd="0" presId="urn:microsoft.com/office/officeart/2018/5/layout/CenteredIconLabelDescriptionList"/>
    <dgm:cxn modelId="{6DF65439-4AE5-4D71-85F5-09B9E4E9A203}" type="presParOf" srcId="{E3CF9F39-0292-4726-816B-D56C780C9799}" destId="{F82364EB-BC81-45E6-9383-FA0574B7D5E1}" srcOrd="1" destOrd="0" presId="urn:microsoft.com/office/officeart/2018/5/layout/CenteredIconLabelDescriptionList"/>
    <dgm:cxn modelId="{69BB72A5-F38B-48E2-A351-ACDD44A9C3FC}" type="presParOf" srcId="{E3CF9F39-0292-4726-816B-D56C780C9799}" destId="{A8C3D147-6D2C-49E9-9933-512D7985414B}" srcOrd="2" destOrd="0" presId="urn:microsoft.com/office/officeart/2018/5/layout/CenteredIconLabelDescriptionList"/>
    <dgm:cxn modelId="{B32E2769-D23C-45BE-8C8B-2B45351918AB}" type="presParOf" srcId="{E3CF9F39-0292-4726-816B-D56C780C9799}" destId="{56CCB34D-F65F-4A33-830E-E07014E48917}" srcOrd="3" destOrd="0" presId="urn:microsoft.com/office/officeart/2018/5/layout/CenteredIconLabelDescriptionList"/>
    <dgm:cxn modelId="{4BAB93CC-67B2-40BA-8339-1A9F124050B6}" type="presParOf" srcId="{E3CF9F39-0292-4726-816B-D56C780C9799}" destId="{D8CCE8C3-8690-462D-91FB-D1C3B677BA16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6D9DC89-D26D-4CA8-B2A6-4E27FFD4C5F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3DB8607-ABCF-4825-A47D-982CD2949B3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Purpose: Make studying engaging and competitive for students</a:t>
          </a:r>
          <a:endParaRPr lang="en-US"/>
        </a:p>
      </dgm:t>
    </dgm:pt>
    <dgm:pt modelId="{6A7824CC-FC34-4169-B176-2E49687D522D}" type="parTrans" cxnId="{3114258E-108D-4303-8D35-6EB0E23C2CB2}">
      <dgm:prSet/>
      <dgm:spPr/>
      <dgm:t>
        <a:bodyPr/>
        <a:lstStyle/>
        <a:p>
          <a:endParaRPr lang="en-US"/>
        </a:p>
      </dgm:t>
    </dgm:pt>
    <dgm:pt modelId="{9821002D-83CA-4163-8F84-EE3A91B1ACE5}" type="sibTrans" cxnId="{3114258E-108D-4303-8D35-6EB0E23C2CB2}">
      <dgm:prSet/>
      <dgm:spPr/>
      <dgm:t>
        <a:bodyPr/>
        <a:lstStyle/>
        <a:p>
          <a:endParaRPr lang="en-US"/>
        </a:p>
      </dgm:t>
    </dgm:pt>
    <dgm:pt modelId="{3648B2E1-CF88-4C6A-A366-2DF9D3DA2EF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Status: Accounts, Subjects &amp; Topics Implemented</a:t>
          </a:r>
          <a:endParaRPr lang="en-US"/>
        </a:p>
      </dgm:t>
    </dgm:pt>
    <dgm:pt modelId="{33F80ECE-6F61-43E5-B087-BF387CD35B54}" type="parTrans" cxnId="{D21C4A9B-0D1D-4564-9343-188B91BE45CD}">
      <dgm:prSet/>
      <dgm:spPr/>
      <dgm:t>
        <a:bodyPr/>
        <a:lstStyle/>
        <a:p>
          <a:endParaRPr lang="en-US"/>
        </a:p>
      </dgm:t>
    </dgm:pt>
    <dgm:pt modelId="{8C47CF89-845A-4D45-9741-2A9422AA19BA}" type="sibTrans" cxnId="{D21C4A9B-0D1D-4564-9343-188B91BE45CD}">
      <dgm:prSet/>
      <dgm:spPr/>
      <dgm:t>
        <a:bodyPr/>
        <a:lstStyle/>
        <a:p>
          <a:endParaRPr lang="en-US"/>
        </a:p>
      </dgm:t>
    </dgm:pt>
    <dgm:pt modelId="{4468204B-FD83-4471-B85F-419C6CEF528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Next: Questions for topics - Applying marks to profiles</a:t>
          </a:r>
          <a:endParaRPr lang="en-US" dirty="0"/>
        </a:p>
      </dgm:t>
    </dgm:pt>
    <dgm:pt modelId="{72D94F9E-C60A-4503-B7E1-31094D72F9CA}" type="parTrans" cxnId="{CA05DED6-90B0-4F4E-AE8F-9AC3695DBD88}">
      <dgm:prSet/>
      <dgm:spPr/>
      <dgm:t>
        <a:bodyPr/>
        <a:lstStyle/>
        <a:p>
          <a:endParaRPr lang="en-US"/>
        </a:p>
      </dgm:t>
    </dgm:pt>
    <dgm:pt modelId="{FEEB19D0-C275-4AD1-9B0D-A74259E16389}" type="sibTrans" cxnId="{CA05DED6-90B0-4F4E-AE8F-9AC3695DBD88}">
      <dgm:prSet/>
      <dgm:spPr/>
      <dgm:t>
        <a:bodyPr/>
        <a:lstStyle/>
        <a:p>
          <a:endParaRPr lang="en-US"/>
        </a:p>
      </dgm:t>
    </dgm:pt>
    <dgm:pt modelId="{EBFE4457-9E81-4BFD-9FD0-3EC406CA1BC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Goal: Give students an incentive to revise in a way that’s fun for them</a:t>
          </a:r>
          <a:endParaRPr lang="en-US"/>
        </a:p>
      </dgm:t>
    </dgm:pt>
    <dgm:pt modelId="{954110EB-BBCD-475F-8388-B458720533C5}" type="parTrans" cxnId="{0810B9BF-BFE9-4764-84DB-FEA75C251D1F}">
      <dgm:prSet/>
      <dgm:spPr/>
      <dgm:t>
        <a:bodyPr/>
        <a:lstStyle/>
        <a:p>
          <a:endParaRPr lang="en-US"/>
        </a:p>
      </dgm:t>
    </dgm:pt>
    <dgm:pt modelId="{0FCC7F39-9B1D-4361-A130-448C31B3F037}" type="sibTrans" cxnId="{0810B9BF-BFE9-4764-84DB-FEA75C251D1F}">
      <dgm:prSet/>
      <dgm:spPr/>
      <dgm:t>
        <a:bodyPr/>
        <a:lstStyle/>
        <a:p>
          <a:endParaRPr lang="en-US"/>
        </a:p>
      </dgm:t>
    </dgm:pt>
    <dgm:pt modelId="{057F40D9-96A1-4813-9BD1-4CA6F4E2296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And have them come back again in the future to continue revision.</a:t>
          </a:r>
          <a:endParaRPr lang="en-US" dirty="0"/>
        </a:p>
      </dgm:t>
    </dgm:pt>
    <dgm:pt modelId="{05475BD4-C506-4590-AC98-269B891B914C}" type="parTrans" cxnId="{3ADC3C81-E188-47B0-8D96-9DF5FA8AD463}">
      <dgm:prSet/>
      <dgm:spPr/>
      <dgm:t>
        <a:bodyPr/>
        <a:lstStyle/>
        <a:p>
          <a:endParaRPr lang="en-US"/>
        </a:p>
      </dgm:t>
    </dgm:pt>
    <dgm:pt modelId="{62547D05-CA33-49FF-B05F-311522361472}" type="sibTrans" cxnId="{3ADC3C81-E188-47B0-8D96-9DF5FA8AD463}">
      <dgm:prSet/>
      <dgm:spPr/>
      <dgm:t>
        <a:bodyPr/>
        <a:lstStyle/>
        <a:p>
          <a:endParaRPr lang="en-US"/>
        </a:p>
      </dgm:t>
    </dgm:pt>
    <dgm:pt modelId="{E09A831E-FAA5-4870-A2E9-790B383E6B4C}" type="pres">
      <dgm:prSet presAssocID="{B6D9DC89-D26D-4CA8-B2A6-4E27FFD4C5FA}" presName="root" presStyleCnt="0">
        <dgm:presLayoutVars>
          <dgm:dir/>
          <dgm:resizeHandles val="exact"/>
        </dgm:presLayoutVars>
      </dgm:prSet>
      <dgm:spPr/>
    </dgm:pt>
    <dgm:pt modelId="{2F9B1E5D-5206-40BF-AAC1-BD24C921880E}" type="pres">
      <dgm:prSet presAssocID="{B3DB8607-ABCF-4825-A47D-982CD2949B3E}" presName="compNode" presStyleCnt="0"/>
      <dgm:spPr/>
    </dgm:pt>
    <dgm:pt modelId="{12406314-6A1C-4592-BBE6-9B5EF13B9836}" type="pres">
      <dgm:prSet presAssocID="{B3DB8607-ABCF-4825-A47D-982CD2949B3E}" presName="bgRect" presStyleLbl="bgShp" presStyleIdx="0" presStyleCnt="4"/>
      <dgm:spPr/>
    </dgm:pt>
    <dgm:pt modelId="{FB9FD4CB-1F0A-4017-B7D5-D9CA30839E33}" type="pres">
      <dgm:prSet presAssocID="{B3DB8607-ABCF-4825-A47D-982CD2949B3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BBDBD3D0-96BF-4302-820B-16955F631631}" type="pres">
      <dgm:prSet presAssocID="{B3DB8607-ABCF-4825-A47D-982CD2949B3E}" presName="spaceRect" presStyleCnt="0"/>
      <dgm:spPr/>
    </dgm:pt>
    <dgm:pt modelId="{3B41C4B9-F2FC-4206-BEA8-4B0F4217567F}" type="pres">
      <dgm:prSet presAssocID="{B3DB8607-ABCF-4825-A47D-982CD2949B3E}" presName="parTx" presStyleLbl="revTx" presStyleIdx="0" presStyleCnt="5">
        <dgm:presLayoutVars>
          <dgm:chMax val="0"/>
          <dgm:chPref val="0"/>
        </dgm:presLayoutVars>
      </dgm:prSet>
      <dgm:spPr/>
    </dgm:pt>
    <dgm:pt modelId="{3D48525D-83D0-4720-AAB9-374FB5B241AA}" type="pres">
      <dgm:prSet presAssocID="{9821002D-83CA-4163-8F84-EE3A91B1ACE5}" presName="sibTrans" presStyleCnt="0"/>
      <dgm:spPr/>
    </dgm:pt>
    <dgm:pt modelId="{6C7AAEE1-8E16-49BC-96E1-85A89846EC1F}" type="pres">
      <dgm:prSet presAssocID="{3648B2E1-CF88-4C6A-A366-2DF9D3DA2EFF}" presName="compNode" presStyleCnt="0"/>
      <dgm:spPr/>
    </dgm:pt>
    <dgm:pt modelId="{151DD790-E2C5-4679-AD57-1240164C7A5F}" type="pres">
      <dgm:prSet presAssocID="{3648B2E1-CF88-4C6A-A366-2DF9D3DA2EFF}" presName="bgRect" presStyleLbl="bgShp" presStyleIdx="1" presStyleCnt="4"/>
      <dgm:spPr/>
    </dgm:pt>
    <dgm:pt modelId="{3764279C-AC4C-480B-BC84-0536A52F688F}" type="pres">
      <dgm:prSet presAssocID="{3648B2E1-CF88-4C6A-A366-2DF9D3DA2EF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ED00C7F2-E225-4228-8A50-8E35F82C319C}" type="pres">
      <dgm:prSet presAssocID="{3648B2E1-CF88-4C6A-A366-2DF9D3DA2EFF}" presName="spaceRect" presStyleCnt="0"/>
      <dgm:spPr/>
    </dgm:pt>
    <dgm:pt modelId="{86E17443-258F-45B9-9900-76F7AC7E4000}" type="pres">
      <dgm:prSet presAssocID="{3648B2E1-CF88-4C6A-A366-2DF9D3DA2EFF}" presName="parTx" presStyleLbl="revTx" presStyleIdx="1" presStyleCnt="5">
        <dgm:presLayoutVars>
          <dgm:chMax val="0"/>
          <dgm:chPref val="0"/>
        </dgm:presLayoutVars>
      </dgm:prSet>
      <dgm:spPr/>
    </dgm:pt>
    <dgm:pt modelId="{E842F65B-159A-4426-A69E-DF70044B1176}" type="pres">
      <dgm:prSet presAssocID="{8C47CF89-845A-4D45-9741-2A9422AA19BA}" presName="sibTrans" presStyleCnt="0"/>
      <dgm:spPr/>
    </dgm:pt>
    <dgm:pt modelId="{99D6A1E6-73AA-49BC-A6FD-37D3B5B1EFDD}" type="pres">
      <dgm:prSet presAssocID="{4468204B-FD83-4471-B85F-419C6CEF5286}" presName="compNode" presStyleCnt="0"/>
      <dgm:spPr/>
    </dgm:pt>
    <dgm:pt modelId="{3D6E5037-21E4-4930-8F4F-5184C03CC160}" type="pres">
      <dgm:prSet presAssocID="{4468204B-FD83-4471-B85F-419C6CEF5286}" presName="bgRect" presStyleLbl="bgShp" presStyleIdx="2" presStyleCnt="4"/>
      <dgm:spPr/>
    </dgm:pt>
    <dgm:pt modelId="{D0E34142-7CF5-4082-ADD1-CA6AAA75BA0F}" type="pres">
      <dgm:prSet presAssocID="{4468204B-FD83-4471-B85F-419C6CEF528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B6BF552C-41D3-4066-9B52-27E65364CEB0}" type="pres">
      <dgm:prSet presAssocID="{4468204B-FD83-4471-B85F-419C6CEF5286}" presName="spaceRect" presStyleCnt="0"/>
      <dgm:spPr/>
    </dgm:pt>
    <dgm:pt modelId="{A0330144-F7A4-42AC-85C6-65945FC6705B}" type="pres">
      <dgm:prSet presAssocID="{4468204B-FD83-4471-B85F-419C6CEF5286}" presName="parTx" presStyleLbl="revTx" presStyleIdx="2" presStyleCnt="5">
        <dgm:presLayoutVars>
          <dgm:chMax val="0"/>
          <dgm:chPref val="0"/>
        </dgm:presLayoutVars>
      </dgm:prSet>
      <dgm:spPr/>
    </dgm:pt>
    <dgm:pt modelId="{D4850935-D801-4C80-A0BC-10089B5E7745}" type="pres">
      <dgm:prSet presAssocID="{FEEB19D0-C275-4AD1-9B0D-A74259E16389}" presName="sibTrans" presStyleCnt="0"/>
      <dgm:spPr/>
    </dgm:pt>
    <dgm:pt modelId="{398194D6-C4BC-44F6-9ABC-28E7C66ABDD1}" type="pres">
      <dgm:prSet presAssocID="{EBFE4457-9E81-4BFD-9FD0-3EC406CA1BCB}" presName="compNode" presStyleCnt="0"/>
      <dgm:spPr/>
    </dgm:pt>
    <dgm:pt modelId="{AF2AFC48-64B0-4723-8344-95255A30FE6C}" type="pres">
      <dgm:prSet presAssocID="{EBFE4457-9E81-4BFD-9FD0-3EC406CA1BCB}" presName="bgRect" presStyleLbl="bgShp" presStyleIdx="3" presStyleCnt="4"/>
      <dgm:spPr/>
    </dgm:pt>
    <dgm:pt modelId="{F88D0E89-F727-4F8D-A744-896D43D9C784}" type="pres">
      <dgm:prSet presAssocID="{EBFE4457-9E81-4BFD-9FD0-3EC406CA1BC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31A66650-B461-4B2A-A0FB-7624FD502B3C}" type="pres">
      <dgm:prSet presAssocID="{EBFE4457-9E81-4BFD-9FD0-3EC406CA1BCB}" presName="spaceRect" presStyleCnt="0"/>
      <dgm:spPr/>
    </dgm:pt>
    <dgm:pt modelId="{D5BDD981-48AD-4005-81A9-AA85B86104A5}" type="pres">
      <dgm:prSet presAssocID="{EBFE4457-9E81-4BFD-9FD0-3EC406CA1BCB}" presName="parTx" presStyleLbl="revTx" presStyleIdx="3" presStyleCnt="5">
        <dgm:presLayoutVars>
          <dgm:chMax val="0"/>
          <dgm:chPref val="0"/>
        </dgm:presLayoutVars>
      </dgm:prSet>
      <dgm:spPr/>
    </dgm:pt>
    <dgm:pt modelId="{658125E1-134A-443A-8DDD-02C955062748}" type="pres">
      <dgm:prSet presAssocID="{EBFE4457-9E81-4BFD-9FD0-3EC406CA1BCB}" presName="desTx" presStyleLbl="revTx" presStyleIdx="4" presStyleCnt="5">
        <dgm:presLayoutVars/>
      </dgm:prSet>
      <dgm:spPr/>
    </dgm:pt>
  </dgm:ptLst>
  <dgm:cxnLst>
    <dgm:cxn modelId="{53CFA318-AC9A-4E2A-9A15-E944B401C26A}" type="presOf" srcId="{B6D9DC89-D26D-4CA8-B2A6-4E27FFD4C5FA}" destId="{E09A831E-FAA5-4870-A2E9-790B383E6B4C}" srcOrd="0" destOrd="0" presId="urn:microsoft.com/office/officeart/2018/2/layout/IconVerticalSolidList"/>
    <dgm:cxn modelId="{5B714745-7DA2-478B-8254-7C2FCCF42F59}" type="presOf" srcId="{B3DB8607-ABCF-4825-A47D-982CD2949B3E}" destId="{3B41C4B9-F2FC-4206-BEA8-4B0F4217567F}" srcOrd="0" destOrd="0" presId="urn:microsoft.com/office/officeart/2018/2/layout/IconVerticalSolidList"/>
    <dgm:cxn modelId="{C139AB74-A13D-4B87-AA94-DE495E55E4FE}" type="presOf" srcId="{057F40D9-96A1-4813-9BD1-4CA6F4E2296B}" destId="{658125E1-134A-443A-8DDD-02C955062748}" srcOrd="0" destOrd="0" presId="urn:microsoft.com/office/officeart/2018/2/layout/IconVerticalSolidList"/>
    <dgm:cxn modelId="{3ADC3C81-E188-47B0-8D96-9DF5FA8AD463}" srcId="{EBFE4457-9E81-4BFD-9FD0-3EC406CA1BCB}" destId="{057F40D9-96A1-4813-9BD1-4CA6F4E2296B}" srcOrd="0" destOrd="0" parTransId="{05475BD4-C506-4590-AC98-269B891B914C}" sibTransId="{62547D05-CA33-49FF-B05F-311522361472}"/>
    <dgm:cxn modelId="{3114258E-108D-4303-8D35-6EB0E23C2CB2}" srcId="{B6D9DC89-D26D-4CA8-B2A6-4E27FFD4C5FA}" destId="{B3DB8607-ABCF-4825-A47D-982CD2949B3E}" srcOrd="0" destOrd="0" parTransId="{6A7824CC-FC34-4169-B176-2E49687D522D}" sibTransId="{9821002D-83CA-4163-8F84-EE3A91B1ACE5}"/>
    <dgm:cxn modelId="{D21C4A9B-0D1D-4564-9343-188B91BE45CD}" srcId="{B6D9DC89-D26D-4CA8-B2A6-4E27FFD4C5FA}" destId="{3648B2E1-CF88-4C6A-A366-2DF9D3DA2EFF}" srcOrd="1" destOrd="0" parTransId="{33F80ECE-6F61-43E5-B087-BF387CD35B54}" sibTransId="{8C47CF89-845A-4D45-9741-2A9422AA19BA}"/>
    <dgm:cxn modelId="{F2826CB2-627B-44F2-A48C-19DD5E7D56AC}" type="presOf" srcId="{4468204B-FD83-4471-B85F-419C6CEF5286}" destId="{A0330144-F7A4-42AC-85C6-65945FC6705B}" srcOrd="0" destOrd="0" presId="urn:microsoft.com/office/officeart/2018/2/layout/IconVerticalSolidList"/>
    <dgm:cxn modelId="{0810B9BF-BFE9-4764-84DB-FEA75C251D1F}" srcId="{B6D9DC89-D26D-4CA8-B2A6-4E27FFD4C5FA}" destId="{EBFE4457-9E81-4BFD-9FD0-3EC406CA1BCB}" srcOrd="3" destOrd="0" parTransId="{954110EB-BBCD-475F-8388-B458720533C5}" sibTransId="{0FCC7F39-9B1D-4361-A130-448C31B3F037}"/>
    <dgm:cxn modelId="{F265DFC1-2621-4973-90A2-C24D13198EC8}" type="presOf" srcId="{3648B2E1-CF88-4C6A-A366-2DF9D3DA2EFF}" destId="{86E17443-258F-45B9-9900-76F7AC7E4000}" srcOrd="0" destOrd="0" presId="urn:microsoft.com/office/officeart/2018/2/layout/IconVerticalSolidList"/>
    <dgm:cxn modelId="{CA05DED6-90B0-4F4E-AE8F-9AC3695DBD88}" srcId="{B6D9DC89-D26D-4CA8-B2A6-4E27FFD4C5FA}" destId="{4468204B-FD83-4471-B85F-419C6CEF5286}" srcOrd="2" destOrd="0" parTransId="{72D94F9E-C60A-4503-B7E1-31094D72F9CA}" sibTransId="{FEEB19D0-C275-4AD1-9B0D-A74259E16389}"/>
    <dgm:cxn modelId="{698CC5F4-7C98-41E4-8B01-ECC5335DA4B7}" type="presOf" srcId="{EBFE4457-9E81-4BFD-9FD0-3EC406CA1BCB}" destId="{D5BDD981-48AD-4005-81A9-AA85B86104A5}" srcOrd="0" destOrd="0" presId="urn:microsoft.com/office/officeart/2018/2/layout/IconVerticalSolidList"/>
    <dgm:cxn modelId="{96628C72-616D-4FA2-B42D-0683B65A64CE}" type="presParOf" srcId="{E09A831E-FAA5-4870-A2E9-790B383E6B4C}" destId="{2F9B1E5D-5206-40BF-AAC1-BD24C921880E}" srcOrd="0" destOrd="0" presId="urn:microsoft.com/office/officeart/2018/2/layout/IconVerticalSolidList"/>
    <dgm:cxn modelId="{29628C40-0A8A-493A-B72D-ECCDAA500C4D}" type="presParOf" srcId="{2F9B1E5D-5206-40BF-AAC1-BD24C921880E}" destId="{12406314-6A1C-4592-BBE6-9B5EF13B9836}" srcOrd="0" destOrd="0" presId="urn:microsoft.com/office/officeart/2018/2/layout/IconVerticalSolidList"/>
    <dgm:cxn modelId="{5C027686-7374-46DC-8E48-58CCE46CFB46}" type="presParOf" srcId="{2F9B1E5D-5206-40BF-AAC1-BD24C921880E}" destId="{FB9FD4CB-1F0A-4017-B7D5-D9CA30839E33}" srcOrd="1" destOrd="0" presId="urn:microsoft.com/office/officeart/2018/2/layout/IconVerticalSolidList"/>
    <dgm:cxn modelId="{D41FF2AE-3F0F-4C19-BE8D-44E6B912ED11}" type="presParOf" srcId="{2F9B1E5D-5206-40BF-AAC1-BD24C921880E}" destId="{BBDBD3D0-96BF-4302-820B-16955F631631}" srcOrd="2" destOrd="0" presId="urn:microsoft.com/office/officeart/2018/2/layout/IconVerticalSolidList"/>
    <dgm:cxn modelId="{3FEB1970-A94B-47EB-996F-0CD14AB44CF6}" type="presParOf" srcId="{2F9B1E5D-5206-40BF-AAC1-BD24C921880E}" destId="{3B41C4B9-F2FC-4206-BEA8-4B0F4217567F}" srcOrd="3" destOrd="0" presId="urn:microsoft.com/office/officeart/2018/2/layout/IconVerticalSolidList"/>
    <dgm:cxn modelId="{7D0D5144-0875-401E-BFD1-ADF54A5EEDF1}" type="presParOf" srcId="{E09A831E-FAA5-4870-A2E9-790B383E6B4C}" destId="{3D48525D-83D0-4720-AAB9-374FB5B241AA}" srcOrd="1" destOrd="0" presId="urn:microsoft.com/office/officeart/2018/2/layout/IconVerticalSolidList"/>
    <dgm:cxn modelId="{E79F0385-26C6-4BAB-BBBF-50292D6AEF3E}" type="presParOf" srcId="{E09A831E-FAA5-4870-A2E9-790B383E6B4C}" destId="{6C7AAEE1-8E16-49BC-96E1-85A89846EC1F}" srcOrd="2" destOrd="0" presId="urn:microsoft.com/office/officeart/2018/2/layout/IconVerticalSolidList"/>
    <dgm:cxn modelId="{437ABD74-DEA1-45BA-AF9A-DF318B3DE8D9}" type="presParOf" srcId="{6C7AAEE1-8E16-49BC-96E1-85A89846EC1F}" destId="{151DD790-E2C5-4679-AD57-1240164C7A5F}" srcOrd="0" destOrd="0" presId="urn:microsoft.com/office/officeart/2018/2/layout/IconVerticalSolidList"/>
    <dgm:cxn modelId="{33503179-8810-4B3B-9E17-FEF3D935ACAD}" type="presParOf" srcId="{6C7AAEE1-8E16-49BC-96E1-85A89846EC1F}" destId="{3764279C-AC4C-480B-BC84-0536A52F688F}" srcOrd="1" destOrd="0" presId="urn:microsoft.com/office/officeart/2018/2/layout/IconVerticalSolidList"/>
    <dgm:cxn modelId="{E88630A6-8FC4-4F2A-B516-8FBA1C1BB629}" type="presParOf" srcId="{6C7AAEE1-8E16-49BC-96E1-85A89846EC1F}" destId="{ED00C7F2-E225-4228-8A50-8E35F82C319C}" srcOrd="2" destOrd="0" presId="urn:microsoft.com/office/officeart/2018/2/layout/IconVerticalSolidList"/>
    <dgm:cxn modelId="{E47EB180-F43C-4DAD-8940-0A7C76B7BF12}" type="presParOf" srcId="{6C7AAEE1-8E16-49BC-96E1-85A89846EC1F}" destId="{86E17443-258F-45B9-9900-76F7AC7E4000}" srcOrd="3" destOrd="0" presId="urn:microsoft.com/office/officeart/2018/2/layout/IconVerticalSolidList"/>
    <dgm:cxn modelId="{7B0560ED-3F3A-40E6-B152-4F0B6909A7AE}" type="presParOf" srcId="{E09A831E-FAA5-4870-A2E9-790B383E6B4C}" destId="{E842F65B-159A-4426-A69E-DF70044B1176}" srcOrd="3" destOrd="0" presId="urn:microsoft.com/office/officeart/2018/2/layout/IconVerticalSolidList"/>
    <dgm:cxn modelId="{FD9884A5-00DC-4D44-BBFB-828EE5F5EDA1}" type="presParOf" srcId="{E09A831E-FAA5-4870-A2E9-790B383E6B4C}" destId="{99D6A1E6-73AA-49BC-A6FD-37D3B5B1EFDD}" srcOrd="4" destOrd="0" presId="urn:microsoft.com/office/officeart/2018/2/layout/IconVerticalSolidList"/>
    <dgm:cxn modelId="{DFF89DF8-95D2-4135-B3D0-EF685F5DEC04}" type="presParOf" srcId="{99D6A1E6-73AA-49BC-A6FD-37D3B5B1EFDD}" destId="{3D6E5037-21E4-4930-8F4F-5184C03CC160}" srcOrd="0" destOrd="0" presId="urn:microsoft.com/office/officeart/2018/2/layout/IconVerticalSolidList"/>
    <dgm:cxn modelId="{66282953-490E-499E-889C-A11C65183131}" type="presParOf" srcId="{99D6A1E6-73AA-49BC-A6FD-37D3B5B1EFDD}" destId="{D0E34142-7CF5-4082-ADD1-CA6AAA75BA0F}" srcOrd="1" destOrd="0" presId="urn:microsoft.com/office/officeart/2018/2/layout/IconVerticalSolidList"/>
    <dgm:cxn modelId="{7649A022-C73A-4F9F-989E-AA74F6EDBCCD}" type="presParOf" srcId="{99D6A1E6-73AA-49BC-A6FD-37D3B5B1EFDD}" destId="{B6BF552C-41D3-4066-9B52-27E65364CEB0}" srcOrd="2" destOrd="0" presId="urn:microsoft.com/office/officeart/2018/2/layout/IconVerticalSolidList"/>
    <dgm:cxn modelId="{913A350E-1A0A-4623-AB97-612937A30599}" type="presParOf" srcId="{99D6A1E6-73AA-49BC-A6FD-37D3B5B1EFDD}" destId="{A0330144-F7A4-42AC-85C6-65945FC6705B}" srcOrd="3" destOrd="0" presId="urn:microsoft.com/office/officeart/2018/2/layout/IconVerticalSolidList"/>
    <dgm:cxn modelId="{BD036119-74BE-475A-B2ED-30F33568C28F}" type="presParOf" srcId="{E09A831E-FAA5-4870-A2E9-790B383E6B4C}" destId="{D4850935-D801-4C80-A0BC-10089B5E7745}" srcOrd="5" destOrd="0" presId="urn:microsoft.com/office/officeart/2018/2/layout/IconVerticalSolidList"/>
    <dgm:cxn modelId="{B686D34F-2213-42FD-8CB8-0E4C2EF3A08F}" type="presParOf" srcId="{E09A831E-FAA5-4870-A2E9-790B383E6B4C}" destId="{398194D6-C4BC-44F6-9ABC-28E7C66ABDD1}" srcOrd="6" destOrd="0" presId="urn:microsoft.com/office/officeart/2018/2/layout/IconVerticalSolidList"/>
    <dgm:cxn modelId="{EE5EA109-1DCB-45FC-BDA3-89C4ECE0F147}" type="presParOf" srcId="{398194D6-C4BC-44F6-9ABC-28E7C66ABDD1}" destId="{AF2AFC48-64B0-4723-8344-95255A30FE6C}" srcOrd="0" destOrd="0" presId="urn:microsoft.com/office/officeart/2018/2/layout/IconVerticalSolidList"/>
    <dgm:cxn modelId="{984E175E-F899-4EE1-AD61-8C126382FC0A}" type="presParOf" srcId="{398194D6-C4BC-44F6-9ABC-28E7C66ABDD1}" destId="{F88D0E89-F727-4F8D-A744-896D43D9C784}" srcOrd="1" destOrd="0" presId="urn:microsoft.com/office/officeart/2018/2/layout/IconVerticalSolidList"/>
    <dgm:cxn modelId="{DEA019FA-86B9-4AA8-AAB8-B0C164C3B9D9}" type="presParOf" srcId="{398194D6-C4BC-44F6-9ABC-28E7C66ABDD1}" destId="{31A66650-B461-4B2A-A0FB-7624FD502B3C}" srcOrd="2" destOrd="0" presId="urn:microsoft.com/office/officeart/2018/2/layout/IconVerticalSolidList"/>
    <dgm:cxn modelId="{720E126A-352C-4782-BE9B-9C4C1151554C}" type="presParOf" srcId="{398194D6-C4BC-44F6-9ABC-28E7C66ABDD1}" destId="{D5BDD981-48AD-4005-81A9-AA85B86104A5}" srcOrd="3" destOrd="0" presId="urn:microsoft.com/office/officeart/2018/2/layout/IconVerticalSolidList"/>
    <dgm:cxn modelId="{77D80819-B783-4690-9C0E-1AC1D457B175}" type="presParOf" srcId="{398194D6-C4BC-44F6-9ABC-28E7C66ABDD1}" destId="{658125E1-134A-443A-8DDD-02C955062748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7BCB7-E7E3-4D64-9B9E-2923FF664D4C}">
      <dsp:nvSpPr>
        <dsp:cNvPr id="0" name=""/>
        <dsp:cNvSpPr/>
      </dsp:nvSpPr>
      <dsp:spPr>
        <a:xfrm>
          <a:off x="2169914" y="458154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FDBC34-98CC-4E1C-A088-5BA305182935}">
      <dsp:nvSpPr>
        <dsp:cNvPr id="0" name=""/>
        <dsp:cNvSpPr/>
      </dsp:nvSpPr>
      <dsp:spPr>
        <a:xfrm>
          <a:off x="765914" y="211104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A Web Application designed to help students revise for exams</a:t>
          </a:r>
          <a:endParaRPr lang="en-US" sz="2300" kern="1200"/>
        </a:p>
      </dsp:txBody>
      <dsp:txXfrm>
        <a:off x="765914" y="2111043"/>
        <a:ext cx="4320000" cy="648000"/>
      </dsp:txXfrm>
    </dsp:sp>
    <dsp:sp modelId="{7E119BE0-00ED-46E4-813C-9082E5632432}">
      <dsp:nvSpPr>
        <dsp:cNvPr id="0" name=""/>
        <dsp:cNvSpPr/>
      </dsp:nvSpPr>
      <dsp:spPr>
        <a:xfrm>
          <a:off x="765914" y="2824573"/>
          <a:ext cx="4320000" cy="91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Whilst facilitating their competitive nature</a:t>
          </a:r>
          <a:endParaRPr lang="en-US" sz="1700" kern="1200" dirty="0"/>
        </a:p>
      </dsp:txBody>
      <dsp:txXfrm>
        <a:off x="765914" y="2824573"/>
        <a:ext cx="4320000" cy="910076"/>
      </dsp:txXfrm>
    </dsp:sp>
    <dsp:sp modelId="{E59FB9B9-8371-4C73-82BA-323CD2879C61}">
      <dsp:nvSpPr>
        <dsp:cNvPr id="0" name=""/>
        <dsp:cNvSpPr/>
      </dsp:nvSpPr>
      <dsp:spPr>
        <a:xfrm>
          <a:off x="7245914" y="458154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A53E02-844A-4382-8DE6-AB869FD4F4FE}">
      <dsp:nvSpPr>
        <dsp:cNvPr id="0" name=""/>
        <dsp:cNvSpPr/>
      </dsp:nvSpPr>
      <dsp:spPr>
        <a:xfrm>
          <a:off x="5841914" y="211104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Components</a:t>
          </a:r>
          <a:endParaRPr lang="en-US" sz="2300" kern="1200"/>
        </a:p>
      </dsp:txBody>
      <dsp:txXfrm>
        <a:off x="5841914" y="2111043"/>
        <a:ext cx="4320000" cy="648000"/>
      </dsp:txXfrm>
    </dsp:sp>
    <dsp:sp modelId="{9CB32483-B33A-4E87-AEDF-55A4FDC414F6}">
      <dsp:nvSpPr>
        <dsp:cNvPr id="0" name=""/>
        <dsp:cNvSpPr/>
      </dsp:nvSpPr>
      <dsp:spPr>
        <a:xfrm>
          <a:off x="5841914" y="2824573"/>
          <a:ext cx="4320000" cy="91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Frontend: Next.JS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Backend: Spring Boot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Database: PostgreSQL</a:t>
          </a:r>
          <a:endParaRPr lang="en-US" sz="1700" kern="1200"/>
        </a:p>
      </dsp:txBody>
      <dsp:txXfrm>
        <a:off x="5841914" y="2824573"/>
        <a:ext cx="4320000" cy="9100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B66CF1-AE87-47F8-BB70-926EAA63D425}">
      <dsp:nvSpPr>
        <dsp:cNvPr id="0" name=""/>
        <dsp:cNvSpPr/>
      </dsp:nvSpPr>
      <dsp:spPr>
        <a:xfrm>
          <a:off x="3201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Students are very likely to distract themselves during revision</a:t>
          </a:r>
          <a:endParaRPr lang="en-US" sz="2100" kern="1200" dirty="0"/>
        </a:p>
      </dsp:txBody>
      <dsp:txXfrm>
        <a:off x="3201" y="1669704"/>
        <a:ext cx="2539866" cy="2133487"/>
      </dsp:txXfrm>
    </dsp:sp>
    <dsp:sp modelId="{28E99E86-DB17-495B-83BC-81434D1C3599}">
      <dsp:nvSpPr>
        <dsp:cNvPr id="0" name=""/>
        <dsp:cNvSpPr/>
      </dsp:nvSpPr>
      <dsp:spPr>
        <a:xfrm>
          <a:off x="739762" y="674077"/>
          <a:ext cx="1066743" cy="10667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5983" y="830298"/>
        <a:ext cx="754301" cy="754301"/>
      </dsp:txXfrm>
    </dsp:sp>
    <dsp:sp modelId="{EA9BD1AF-B094-40CB-A256-212FCF471D2E}">
      <dsp:nvSpPr>
        <dsp:cNvPr id="0" name=""/>
        <dsp:cNvSpPr/>
      </dsp:nvSpPr>
      <dsp:spPr>
        <a:xfrm>
          <a:off x="3201" y="3874237"/>
          <a:ext cx="2539866" cy="72"/>
        </a:xfrm>
        <a:prstGeom prst="rect">
          <a:avLst/>
        </a:prstGeom>
        <a:solidFill>
          <a:schemeClr val="accent2">
            <a:hueOff val="920516"/>
            <a:satOff val="-2642"/>
            <a:lumOff val="-4230"/>
            <a:alphaOff val="0"/>
          </a:schemeClr>
        </a:solidFill>
        <a:ln w="19050" cap="flat" cmpd="sng" algn="ctr">
          <a:solidFill>
            <a:schemeClr val="accent2">
              <a:hueOff val="920516"/>
              <a:satOff val="-2642"/>
              <a:lumOff val="-42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ACD07E-5C5C-4127-82E6-825FD6C048C1}">
      <dsp:nvSpPr>
        <dsp:cNvPr id="0" name=""/>
        <dsp:cNvSpPr/>
      </dsp:nvSpPr>
      <dsp:spPr>
        <a:xfrm>
          <a:off x="2797054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2244906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6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They may also struggle to find one, or get bored easily</a:t>
          </a:r>
          <a:endParaRPr lang="en-US" sz="2100" kern="1200"/>
        </a:p>
      </dsp:txBody>
      <dsp:txXfrm>
        <a:off x="2797054" y="1669704"/>
        <a:ext cx="2539866" cy="2133487"/>
      </dsp:txXfrm>
    </dsp:sp>
    <dsp:sp modelId="{8C98C6A0-47E1-40AD-A3E7-9B666AB0C5F5}">
      <dsp:nvSpPr>
        <dsp:cNvPr id="0" name=""/>
        <dsp:cNvSpPr/>
      </dsp:nvSpPr>
      <dsp:spPr>
        <a:xfrm>
          <a:off x="3533615" y="674077"/>
          <a:ext cx="1066743" cy="1066743"/>
        </a:xfrm>
        <a:prstGeom prst="ellipse">
          <a:avLst/>
        </a:prstGeom>
        <a:solidFill>
          <a:schemeClr val="accent2">
            <a:hueOff val="1841033"/>
            <a:satOff val="-5284"/>
            <a:lumOff val="-8460"/>
            <a:alphaOff val="0"/>
          </a:schemeClr>
        </a:solidFill>
        <a:ln w="19050" cap="flat" cmpd="sng" algn="ctr">
          <a:solidFill>
            <a:schemeClr val="accent2">
              <a:hueOff val="1841033"/>
              <a:satOff val="-5284"/>
              <a:lumOff val="-84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89836" y="830298"/>
        <a:ext cx="754301" cy="754301"/>
      </dsp:txXfrm>
    </dsp:sp>
    <dsp:sp modelId="{2CE8BB85-B0DE-41EC-9ECC-16E6E5A24B03}">
      <dsp:nvSpPr>
        <dsp:cNvPr id="0" name=""/>
        <dsp:cNvSpPr/>
      </dsp:nvSpPr>
      <dsp:spPr>
        <a:xfrm>
          <a:off x="2797054" y="3874237"/>
          <a:ext cx="2539866" cy="72"/>
        </a:xfrm>
        <a:prstGeom prst="rect">
          <a:avLst/>
        </a:prstGeom>
        <a:solidFill>
          <a:schemeClr val="accent2">
            <a:hueOff val="2761549"/>
            <a:satOff val="-7926"/>
            <a:lumOff val="-12690"/>
            <a:alphaOff val="0"/>
          </a:schemeClr>
        </a:solidFill>
        <a:ln w="19050" cap="flat" cmpd="sng" algn="ctr">
          <a:solidFill>
            <a:schemeClr val="accent2">
              <a:hueOff val="2761549"/>
              <a:satOff val="-7926"/>
              <a:lumOff val="-126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55205-0AFE-4FFA-9761-717C3A20BA31}">
      <dsp:nvSpPr>
        <dsp:cNvPr id="0" name=""/>
        <dsp:cNvSpPr/>
      </dsp:nvSpPr>
      <dsp:spPr>
        <a:xfrm>
          <a:off x="5590907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4489812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2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The idea – provide students with an incentive to make revision fun and return to study</a:t>
          </a:r>
          <a:endParaRPr lang="en-US" sz="2100" kern="1200"/>
        </a:p>
      </dsp:txBody>
      <dsp:txXfrm>
        <a:off x="5590907" y="1669704"/>
        <a:ext cx="2539866" cy="2133487"/>
      </dsp:txXfrm>
    </dsp:sp>
    <dsp:sp modelId="{BD8B359F-68C6-4C65-B5BE-ECA982C2DC8C}">
      <dsp:nvSpPr>
        <dsp:cNvPr id="0" name=""/>
        <dsp:cNvSpPr/>
      </dsp:nvSpPr>
      <dsp:spPr>
        <a:xfrm>
          <a:off x="6327469" y="674077"/>
          <a:ext cx="1066743" cy="1066743"/>
        </a:xfrm>
        <a:prstGeom prst="ellipse">
          <a:avLst/>
        </a:prstGeom>
        <a:solidFill>
          <a:schemeClr val="accent2">
            <a:hueOff val="3682065"/>
            <a:satOff val="-10567"/>
            <a:lumOff val="-16919"/>
            <a:alphaOff val="0"/>
          </a:schemeClr>
        </a:solidFill>
        <a:ln w="19050" cap="flat" cmpd="sng" algn="ctr">
          <a:solidFill>
            <a:schemeClr val="accent2">
              <a:hueOff val="3682065"/>
              <a:satOff val="-10567"/>
              <a:lumOff val="-169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483690" y="830298"/>
        <a:ext cx="754301" cy="754301"/>
      </dsp:txXfrm>
    </dsp:sp>
    <dsp:sp modelId="{8FB8042C-C191-4F7B-9AFF-769D17D7DCB3}">
      <dsp:nvSpPr>
        <dsp:cNvPr id="0" name=""/>
        <dsp:cNvSpPr/>
      </dsp:nvSpPr>
      <dsp:spPr>
        <a:xfrm>
          <a:off x="5590907" y="3874237"/>
          <a:ext cx="2539866" cy="72"/>
        </a:xfrm>
        <a:prstGeom prst="rect">
          <a:avLst/>
        </a:prstGeom>
        <a:solidFill>
          <a:schemeClr val="accent2">
            <a:hueOff val="4602581"/>
            <a:satOff val="-13209"/>
            <a:lumOff val="-21149"/>
            <a:alphaOff val="0"/>
          </a:schemeClr>
        </a:solidFill>
        <a:ln w="19050" cap="flat" cmpd="sng" algn="ctr">
          <a:solidFill>
            <a:schemeClr val="accent2">
              <a:hueOff val="4602581"/>
              <a:satOff val="-13209"/>
              <a:lumOff val="-211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E12256-1EBE-432E-865F-E9D10861CF0B}">
      <dsp:nvSpPr>
        <dsp:cNvPr id="0" name=""/>
        <dsp:cNvSpPr/>
      </dsp:nvSpPr>
      <dsp:spPr>
        <a:xfrm>
          <a:off x="8384760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Achieved by using their competitive side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kern="1200"/>
            <a:t>Turning revision into a competition</a:t>
          </a:r>
          <a:endParaRPr lang="en-US" sz="1600" kern="1200"/>
        </a:p>
      </dsp:txBody>
      <dsp:txXfrm>
        <a:off x="8384760" y="1669704"/>
        <a:ext cx="2539866" cy="2133487"/>
      </dsp:txXfrm>
    </dsp:sp>
    <dsp:sp modelId="{276A1B7E-4B93-4531-A3D8-F0CF495C9684}">
      <dsp:nvSpPr>
        <dsp:cNvPr id="0" name=""/>
        <dsp:cNvSpPr/>
      </dsp:nvSpPr>
      <dsp:spPr>
        <a:xfrm>
          <a:off x="9121322" y="674077"/>
          <a:ext cx="1066743" cy="1066743"/>
        </a:xfrm>
        <a:prstGeom prst="ellipse">
          <a:avLst/>
        </a:prstGeom>
        <a:solidFill>
          <a:schemeClr val="accent2">
            <a:hueOff val="5523098"/>
            <a:satOff val="-15851"/>
            <a:lumOff val="-25379"/>
            <a:alphaOff val="0"/>
          </a:schemeClr>
        </a:solidFill>
        <a:ln w="19050" cap="flat" cmpd="sng" algn="ctr">
          <a:solidFill>
            <a:schemeClr val="accent2">
              <a:hueOff val="5523098"/>
              <a:satOff val="-15851"/>
              <a:lumOff val="-253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277543" y="830298"/>
        <a:ext cx="754301" cy="754301"/>
      </dsp:txXfrm>
    </dsp:sp>
    <dsp:sp modelId="{7D9D54FF-E0CF-44D6-B567-B9A1C0D66C84}">
      <dsp:nvSpPr>
        <dsp:cNvPr id="0" name=""/>
        <dsp:cNvSpPr/>
      </dsp:nvSpPr>
      <dsp:spPr>
        <a:xfrm>
          <a:off x="8384760" y="3874237"/>
          <a:ext cx="2539866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9FBC65-CAE5-4F98-8441-6FAC90E1ECF3}">
      <dsp:nvSpPr>
        <dsp:cNvPr id="0" name=""/>
        <dsp:cNvSpPr/>
      </dsp:nvSpPr>
      <dsp:spPr>
        <a:xfrm>
          <a:off x="3323664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877339"/>
        <a:ext cx="33687" cy="6737"/>
      </dsp:txXfrm>
    </dsp:sp>
    <dsp:sp modelId="{35855222-CD4C-41FC-B400-80F9FFABC9E0}">
      <dsp:nvSpPr>
        <dsp:cNvPr id="0" name=""/>
        <dsp:cNvSpPr/>
      </dsp:nvSpPr>
      <dsp:spPr>
        <a:xfrm>
          <a:off x="396080" y="1893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Student logs into their profile</a:t>
          </a:r>
          <a:endParaRPr lang="en-US" sz="2600" kern="1200" dirty="0"/>
        </a:p>
      </dsp:txBody>
      <dsp:txXfrm>
        <a:off x="396080" y="1893"/>
        <a:ext cx="2929383" cy="1757630"/>
      </dsp:txXfrm>
    </dsp:sp>
    <dsp:sp modelId="{0B589F49-9194-42D1-A889-2055BD0D9D59}">
      <dsp:nvSpPr>
        <dsp:cNvPr id="0" name=""/>
        <dsp:cNvSpPr/>
      </dsp:nvSpPr>
      <dsp:spPr>
        <a:xfrm>
          <a:off x="6926806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877339"/>
        <a:ext cx="33687" cy="6737"/>
      </dsp:txXfrm>
    </dsp:sp>
    <dsp:sp modelId="{223BA566-E240-49D2-9474-51D733C5404C}">
      <dsp:nvSpPr>
        <dsp:cNvPr id="0" name=""/>
        <dsp:cNvSpPr/>
      </dsp:nvSpPr>
      <dsp:spPr>
        <a:xfrm>
          <a:off x="3999222" y="1893"/>
          <a:ext cx="2929383" cy="1757630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They can search for a subject to study</a:t>
          </a:r>
          <a:endParaRPr lang="en-US" sz="2600" kern="1200" dirty="0"/>
        </a:p>
      </dsp:txBody>
      <dsp:txXfrm>
        <a:off x="3999222" y="1893"/>
        <a:ext cx="2929383" cy="1757630"/>
      </dsp:txXfrm>
    </dsp:sp>
    <dsp:sp modelId="{B0129B57-ED99-4470-A72F-1F1ADE71680D}">
      <dsp:nvSpPr>
        <dsp:cNvPr id="0" name=""/>
        <dsp:cNvSpPr/>
      </dsp:nvSpPr>
      <dsp:spPr>
        <a:xfrm>
          <a:off x="1860772" y="1757723"/>
          <a:ext cx="7206284" cy="643158"/>
        </a:xfrm>
        <a:custGeom>
          <a:avLst/>
          <a:gdLst/>
          <a:ahLst/>
          <a:cxnLst/>
          <a:rect l="0" t="0" r="0" b="0"/>
          <a:pathLst>
            <a:path>
              <a:moveTo>
                <a:pt x="7206284" y="0"/>
              </a:moveTo>
              <a:lnTo>
                <a:pt x="7206284" y="338679"/>
              </a:lnTo>
              <a:lnTo>
                <a:pt x="0" y="338679"/>
              </a:lnTo>
              <a:lnTo>
                <a:pt x="0" y="643158"/>
              </a:lnTo>
            </a:path>
          </a:pathLst>
        </a:custGeom>
        <a:noFill/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82971" y="2075933"/>
        <a:ext cx="361885" cy="6737"/>
      </dsp:txXfrm>
    </dsp:sp>
    <dsp:sp modelId="{9E670913-2E6F-4397-AF37-16C7CB95D205}">
      <dsp:nvSpPr>
        <dsp:cNvPr id="0" name=""/>
        <dsp:cNvSpPr/>
      </dsp:nvSpPr>
      <dsp:spPr>
        <a:xfrm>
          <a:off x="7602364" y="1893"/>
          <a:ext cx="2929383" cy="1757630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Student chooses a topic to study, asked a series of questions</a:t>
          </a:r>
          <a:endParaRPr lang="en-US" sz="2600" kern="1200" dirty="0"/>
        </a:p>
      </dsp:txBody>
      <dsp:txXfrm>
        <a:off x="7602364" y="1893"/>
        <a:ext cx="2929383" cy="1757630"/>
      </dsp:txXfrm>
    </dsp:sp>
    <dsp:sp modelId="{8E36223D-222B-4CF8-A396-F5B5A5C7FD20}">
      <dsp:nvSpPr>
        <dsp:cNvPr id="0" name=""/>
        <dsp:cNvSpPr/>
      </dsp:nvSpPr>
      <dsp:spPr>
        <a:xfrm>
          <a:off x="3323664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4832710"/>
              <a:satOff val="-13870"/>
              <a:lumOff val="-22207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3308728"/>
        <a:ext cx="33687" cy="6737"/>
      </dsp:txXfrm>
    </dsp:sp>
    <dsp:sp modelId="{FD4CC602-95FF-4A0F-AF04-9376AB8AA0C7}">
      <dsp:nvSpPr>
        <dsp:cNvPr id="0" name=""/>
        <dsp:cNvSpPr/>
      </dsp:nvSpPr>
      <dsp:spPr>
        <a:xfrm>
          <a:off x="396080" y="2433281"/>
          <a:ext cx="2929383" cy="1757630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Every incorrect attempt reduces available marks</a:t>
          </a:r>
          <a:endParaRPr lang="en-US" sz="2600" kern="1200"/>
        </a:p>
      </dsp:txBody>
      <dsp:txXfrm>
        <a:off x="396080" y="2433281"/>
        <a:ext cx="2929383" cy="1757630"/>
      </dsp:txXfrm>
    </dsp:sp>
    <dsp:sp modelId="{22C31B1E-9ABF-46A6-B490-F8118A54BB8F}">
      <dsp:nvSpPr>
        <dsp:cNvPr id="0" name=""/>
        <dsp:cNvSpPr/>
      </dsp:nvSpPr>
      <dsp:spPr>
        <a:xfrm>
          <a:off x="6926806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3308728"/>
        <a:ext cx="33687" cy="6737"/>
      </dsp:txXfrm>
    </dsp:sp>
    <dsp:sp modelId="{D245BA7A-7B39-4CA5-8D4E-077E14949AA7}">
      <dsp:nvSpPr>
        <dsp:cNvPr id="0" name=""/>
        <dsp:cNvSpPr/>
      </dsp:nvSpPr>
      <dsp:spPr>
        <a:xfrm>
          <a:off x="3999222" y="2433281"/>
          <a:ext cx="2929383" cy="1757630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Marks earned are applied to student’s profile</a:t>
          </a:r>
          <a:endParaRPr lang="en-US" sz="2600" kern="1200"/>
        </a:p>
      </dsp:txBody>
      <dsp:txXfrm>
        <a:off x="3999222" y="2433281"/>
        <a:ext cx="2929383" cy="1757630"/>
      </dsp:txXfrm>
    </dsp:sp>
    <dsp:sp modelId="{E00446B5-418B-4F4E-837E-AB444EAA77A9}">
      <dsp:nvSpPr>
        <dsp:cNvPr id="0" name=""/>
        <dsp:cNvSpPr/>
      </dsp:nvSpPr>
      <dsp:spPr>
        <a:xfrm>
          <a:off x="7602364" y="2433281"/>
          <a:ext cx="2929383" cy="175763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All marks will appear on a leaderboard.</a:t>
          </a:r>
          <a:endParaRPr lang="en-US" sz="2600" kern="1200"/>
        </a:p>
      </dsp:txBody>
      <dsp:txXfrm>
        <a:off x="7602364" y="2433281"/>
        <a:ext cx="2929383" cy="175763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AF844E-CAFF-4913-BD11-636489651B91}">
      <dsp:nvSpPr>
        <dsp:cNvPr id="0" name=""/>
        <dsp:cNvSpPr/>
      </dsp:nvSpPr>
      <dsp:spPr>
        <a:xfrm>
          <a:off x="0" y="0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From experience, most students love to be competitive</a:t>
          </a:r>
          <a:endParaRPr lang="en-US" sz="23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/>
            <a:t>Especially where prizes are involved!</a:t>
          </a:r>
          <a:endParaRPr lang="en-US" sz="1800" kern="1200"/>
        </a:p>
      </dsp:txBody>
      <dsp:txXfrm>
        <a:off x="36841" y="36841"/>
        <a:ext cx="7931345" cy="1184159"/>
      </dsp:txXfrm>
    </dsp:sp>
    <dsp:sp modelId="{2E70A53F-8E51-4521-BDC9-463C9E8BC83E}">
      <dsp:nvSpPr>
        <dsp:cNvPr id="0" name=""/>
        <dsp:cNvSpPr/>
      </dsp:nvSpPr>
      <dsp:spPr>
        <a:xfrm>
          <a:off x="819587" y="1467481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Knowing they lose marks for each wrong attempt, students would want to achieve maximum marks on the first attempt.</a:t>
          </a:r>
          <a:endParaRPr lang="en-US" sz="2300" kern="1200" dirty="0"/>
        </a:p>
      </dsp:txBody>
      <dsp:txXfrm>
        <a:off x="856428" y="1504322"/>
        <a:ext cx="7577788" cy="1184159"/>
      </dsp:txXfrm>
    </dsp:sp>
    <dsp:sp modelId="{1BCC9E10-8145-493F-9ECE-55E4447FA84E}">
      <dsp:nvSpPr>
        <dsp:cNvPr id="0" name=""/>
        <dsp:cNvSpPr/>
      </dsp:nvSpPr>
      <dsp:spPr>
        <a:xfrm>
          <a:off x="1639174" y="2934963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More marks = Higher Ranking</a:t>
          </a:r>
          <a:endParaRPr lang="en-US" sz="2300" kern="1200"/>
        </a:p>
      </dsp:txBody>
      <dsp:txXfrm>
        <a:off x="1676015" y="2971804"/>
        <a:ext cx="7577788" cy="1184159"/>
      </dsp:txXfrm>
    </dsp:sp>
    <dsp:sp modelId="{272E2289-B570-4380-969C-20F884F6C461}">
      <dsp:nvSpPr>
        <dsp:cNvPr id="0" name=""/>
        <dsp:cNvSpPr/>
      </dsp:nvSpPr>
      <dsp:spPr>
        <a:xfrm>
          <a:off x="8471057" y="953863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655016" y="953863"/>
        <a:ext cx="449678" cy="615241"/>
      </dsp:txXfrm>
    </dsp:sp>
    <dsp:sp modelId="{ABB29D5E-F11F-484E-8ED5-19D5EC278A22}">
      <dsp:nvSpPr>
        <dsp:cNvPr id="0" name=""/>
        <dsp:cNvSpPr/>
      </dsp:nvSpPr>
      <dsp:spPr>
        <a:xfrm>
          <a:off x="9290644" y="2412959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474603" y="2412959"/>
        <a:ext cx="449678" cy="61524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60285-135C-40E8-9181-2069D937C815}">
      <dsp:nvSpPr>
        <dsp:cNvPr id="0" name=""/>
        <dsp:cNvSpPr/>
      </dsp:nvSpPr>
      <dsp:spPr>
        <a:xfrm>
          <a:off x="1061437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9D806E-0012-4B13-A870-CAED2E1D8B9C}">
      <dsp:nvSpPr>
        <dsp:cNvPr id="0" name=""/>
        <dsp:cNvSpPr/>
      </dsp:nvSpPr>
      <dsp:spPr>
        <a:xfrm>
          <a:off x="1582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 dirty="0"/>
            <a:t>Implemented</a:t>
          </a:r>
          <a:endParaRPr lang="en-US" sz="3400" kern="1200" dirty="0"/>
        </a:p>
      </dsp:txBody>
      <dsp:txXfrm>
        <a:off x="1582" y="1839524"/>
        <a:ext cx="3261093" cy="489164"/>
      </dsp:txXfrm>
    </dsp:sp>
    <dsp:sp modelId="{DF68B131-109F-4D5F-BBDC-14EE102A8D8E}">
      <dsp:nvSpPr>
        <dsp:cNvPr id="0" name=""/>
        <dsp:cNvSpPr/>
      </dsp:nvSpPr>
      <dsp:spPr>
        <a:xfrm>
          <a:off x="1582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Account Creation &amp; Logging In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Student Dashboard Prototype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Subjects Selection with Topics</a:t>
          </a:r>
          <a:endParaRPr lang="en-US" sz="1700" kern="1200"/>
        </a:p>
      </dsp:txBody>
      <dsp:txXfrm>
        <a:off x="1582" y="2389881"/>
        <a:ext cx="3261093" cy="1236347"/>
      </dsp:txXfrm>
    </dsp:sp>
    <dsp:sp modelId="{256EA126-F696-4D0A-8B0A-14D697455079}">
      <dsp:nvSpPr>
        <dsp:cNvPr id="0" name=""/>
        <dsp:cNvSpPr/>
      </dsp:nvSpPr>
      <dsp:spPr>
        <a:xfrm>
          <a:off x="4893223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48927D-6450-4B9D-A254-BE5F71E78291}">
      <dsp:nvSpPr>
        <dsp:cNvPr id="0" name=""/>
        <dsp:cNvSpPr/>
      </dsp:nvSpPr>
      <dsp:spPr>
        <a:xfrm>
          <a:off x="3833367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 dirty="0"/>
            <a:t>Pending</a:t>
          </a:r>
          <a:endParaRPr lang="en-US" sz="3400" kern="1200" dirty="0"/>
        </a:p>
      </dsp:txBody>
      <dsp:txXfrm>
        <a:off x="3833367" y="1839524"/>
        <a:ext cx="3261093" cy="489164"/>
      </dsp:txXfrm>
    </dsp:sp>
    <dsp:sp modelId="{B5B3E72F-AAE0-4724-8EAB-F14255E07E0C}">
      <dsp:nvSpPr>
        <dsp:cNvPr id="0" name=""/>
        <dsp:cNvSpPr/>
      </dsp:nvSpPr>
      <dsp:spPr>
        <a:xfrm>
          <a:off x="3833367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Questions For Each Topic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Points System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Leaderboard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Admin Profiles</a:t>
          </a:r>
          <a:endParaRPr lang="en-US" sz="1700" kern="1200"/>
        </a:p>
      </dsp:txBody>
      <dsp:txXfrm>
        <a:off x="3833367" y="2389881"/>
        <a:ext cx="3261093" cy="1236347"/>
      </dsp:txXfrm>
    </dsp:sp>
    <dsp:sp modelId="{315ED730-1282-4AB3-92BF-505F021CACF3}">
      <dsp:nvSpPr>
        <dsp:cNvPr id="0" name=""/>
        <dsp:cNvSpPr/>
      </dsp:nvSpPr>
      <dsp:spPr>
        <a:xfrm>
          <a:off x="8725008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C3D147-6D2C-49E9-9933-512D7985414B}">
      <dsp:nvSpPr>
        <dsp:cNvPr id="0" name=""/>
        <dsp:cNvSpPr/>
      </dsp:nvSpPr>
      <dsp:spPr>
        <a:xfrm>
          <a:off x="7665152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 dirty="0"/>
            <a:t>Potentially</a:t>
          </a:r>
          <a:endParaRPr lang="en-US" sz="3400" kern="1200" dirty="0"/>
        </a:p>
      </dsp:txBody>
      <dsp:txXfrm>
        <a:off x="7665152" y="1839524"/>
        <a:ext cx="3261093" cy="489164"/>
      </dsp:txXfrm>
    </dsp:sp>
    <dsp:sp modelId="{D8CCE8C3-8690-462D-91FB-D1C3B677BA16}">
      <dsp:nvSpPr>
        <dsp:cNvPr id="0" name=""/>
        <dsp:cNvSpPr/>
      </dsp:nvSpPr>
      <dsp:spPr>
        <a:xfrm>
          <a:off x="7665152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Tutor Profiles &amp; Classes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Contests System</a:t>
          </a:r>
          <a:endParaRPr lang="en-US" sz="1700" kern="1200"/>
        </a:p>
      </dsp:txBody>
      <dsp:txXfrm>
        <a:off x="7665152" y="2389881"/>
        <a:ext cx="3261093" cy="123634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406314-6A1C-4592-BBE6-9B5EF13B9836}">
      <dsp:nvSpPr>
        <dsp:cNvPr id="0" name=""/>
        <dsp:cNvSpPr/>
      </dsp:nvSpPr>
      <dsp:spPr>
        <a:xfrm>
          <a:off x="0" y="1740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9FD4CB-1F0A-4017-B7D5-D9CA30839E33}">
      <dsp:nvSpPr>
        <dsp:cNvPr id="0" name=""/>
        <dsp:cNvSpPr/>
      </dsp:nvSpPr>
      <dsp:spPr>
        <a:xfrm>
          <a:off x="266793" y="200181"/>
          <a:ext cx="485079" cy="48507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41C4B9-F2FC-4206-BEA8-4B0F4217567F}">
      <dsp:nvSpPr>
        <dsp:cNvPr id="0" name=""/>
        <dsp:cNvSpPr/>
      </dsp:nvSpPr>
      <dsp:spPr>
        <a:xfrm>
          <a:off x="1018667" y="1740"/>
          <a:ext cx="9909161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Purpose: Make studying engaging and competitive for students</a:t>
          </a:r>
          <a:endParaRPr lang="en-US" sz="2200" kern="1200"/>
        </a:p>
      </dsp:txBody>
      <dsp:txXfrm>
        <a:off x="1018667" y="1740"/>
        <a:ext cx="9909161" cy="881963"/>
      </dsp:txXfrm>
    </dsp:sp>
    <dsp:sp modelId="{151DD790-E2C5-4679-AD57-1240164C7A5F}">
      <dsp:nvSpPr>
        <dsp:cNvPr id="0" name=""/>
        <dsp:cNvSpPr/>
      </dsp:nvSpPr>
      <dsp:spPr>
        <a:xfrm>
          <a:off x="0" y="1104194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64279C-AC4C-480B-BC84-0536A52F688F}">
      <dsp:nvSpPr>
        <dsp:cNvPr id="0" name=""/>
        <dsp:cNvSpPr/>
      </dsp:nvSpPr>
      <dsp:spPr>
        <a:xfrm>
          <a:off x="266793" y="1302635"/>
          <a:ext cx="485079" cy="48507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E17443-258F-45B9-9900-76F7AC7E4000}">
      <dsp:nvSpPr>
        <dsp:cNvPr id="0" name=""/>
        <dsp:cNvSpPr/>
      </dsp:nvSpPr>
      <dsp:spPr>
        <a:xfrm>
          <a:off x="1018667" y="1104194"/>
          <a:ext cx="9909161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Status: Accounts, Subjects &amp; Topics Implemented</a:t>
          </a:r>
          <a:endParaRPr lang="en-US" sz="2200" kern="1200"/>
        </a:p>
      </dsp:txBody>
      <dsp:txXfrm>
        <a:off x="1018667" y="1104194"/>
        <a:ext cx="9909161" cy="881963"/>
      </dsp:txXfrm>
    </dsp:sp>
    <dsp:sp modelId="{3D6E5037-21E4-4930-8F4F-5184C03CC160}">
      <dsp:nvSpPr>
        <dsp:cNvPr id="0" name=""/>
        <dsp:cNvSpPr/>
      </dsp:nvSpPr>
      <dsp:spPr>
        <a:xfrm>
          <a:off x="0" y="2206647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E34142-7CF5-4082-ADD1-CA6AAA75BA0F}">
      <dsp:nvSpPr>
        <dsp:cNvPr id="0" name=""/>
        <dsp:cNvSpPr/>
      </dsp:nvSpPr>
      <dsp:spPr>
        <a:xfrm>
          <a:off x="266793" y="2405089"/>
          <a:ext cx="485079" cy="48507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330144-F7A4-42AC-85C6-65945FC6705B}">
      <dsp:nvSpPr>
        <dsp:cNvPr id="0" name=""/>
        <dsp:cNvSpPr/>
      </dsp:nvSpPr>
      <dsp:spPr>
        <a:xfrm>
          <a:off x="1018667" y="2206647"/>
          <a:ext cx="9909161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Next: Questions for topics - Applying marks to profiles</a:t>
          </a:r>
          <a:endParaRPr lang="en-US" sz="2200" kern="1200" dirty="0"/>
        </a:p>
      </dsp:txBody>
      <dsp:txXfrm>
        <a:off x="1018667" y="2206647"/>
        <a:ext cx="9909161" cy="881963"/>
      </dsp:txXfrm>
    </dsp:sp>
    <dsp:sp modelId="{AF2AFC48-64B0-4723-8344-95255A30FE6C}">
      <dsp:nvSpPr>
        <dsp:cNvPr id="0" name=""/>
        <dsp:cNvSpPr/>
      </dsp:nvSpPr>
      <dsp:spPr>
        <a:xfrm>
          <a:off x="0" y="3309101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8D0E89-F727-4F8D-A744-896D43D9C784}">
      <dsp:nvSpPr>
        <dsp:cNvPr id="0" name=""/>
        <dsp:cNvSpPr/>
      </dsp:nvSpPr>
      <dsp:spPr>
        <a:xfrm>
          <a:off x="266793" y="3507543"/>
          <a:ext cx="485079" cy="48507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BDD981-48AD-4005-81A9-AA85B86104A5}">
      <dsp:nvSpPr>
        <dsp:cNvPr id="0" name=""/>
        <dsp:cNvSpPr/>
      </dsp:nvSpPr>
      <dsp:spPr>
        <a:xfrm>
          <a:off x="1018667" y="3309101"/>
          <a:ext cx="4917523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Goal: Give students an incentive to revise in a way that’s fun for them</a:t>
          </a:r>
          <a:endParaRPr lang="en-US" sz="2200" kern="1200"/>
        </a:p>
      </dsp:txBody>
      <dsp:txXfrm>
        <a:off x="1018667" y="3309101"/>
        <a:ext cx="4917523" cy="881963"/>
      </dsp:txXfrm>
    </dsp:sp>
    <dsp:sp modelId="{658125E1-134A-443A-8DDD-02C955062748}">
      <dsp:nvSpPr>
        <dsp:cNvPr id="0" name=""/>
        <dsp:cNvSpPr/>
      </dsp:nvSpPr>
      <dsp:spPr>
        <a:xfrm>
          <a:off x="5936190" y="3309101"/>
          <a:ext cx="4991638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And have them come back again in the future to continue revision.</a:t>
          </a:r>
          <a:endParaRPr lang="en-US" sz="1800" kern="1200" dirty="0"/>
        </a:p>
      </dsp:txBody>
      <dsp:txXfrm>
        <a:off x="5936190" y="3309101"/>
        <a:ext cx="4991638" cy="8819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459EC-2793-6485-BE19-DE671D781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FE3F20-404B-4AB8-4C3A-9323C43271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7D9C9-D644-C173-0D13-C17E2DA5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9A0D1-EAFB-BAEB-9F00-CE2849458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7F393-5F34-E450-A6D1-C127191DD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67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83742-FF53-046F-B22A-2F0C1A92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B0835-0ED6-4898-9793-BFD4488B0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863CE-129B-978B-F2F7-FB9D85D6E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16399-1EA2-395A-41E1-802B98664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F8BF6-AA93-F5A4-994E-373F51B05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80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28C2-95E9-C83D-3EEA-8CF9FACE2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DEC7-4F1F-A20B-0622-6BD2B7E93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BC7CA-2219-3449-0129-419079B8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8D1B6-4F69-0AE6-10CA-F0CF1397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4A5E7-4FFA-4218-DCE7-2123D91B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7220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005F0-B607-9FDF-6873-58E762BC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E29D7-AC20-BEA8-DC6D-38B72732B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A8FE67-68A0-2626-B6DE-4D68742BFE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27C36-5F93-8E81-E501-703D0FF17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F6F3F-98F8-E298-75A4-E2A6CE22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91221-812B-E8DD-C6E0-2D055A544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926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1E99-7185-5174-4EB6-ED80DE309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6578D-FCDD-82E1-1DB5-D206AF1D0C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B8670E-AC44-5140-3428-2C0959CDE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6EEA3F-D043-8C47-6928-7BA0040F7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C1FE5-A548-98EC-DA9C-A55C8309DC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D73F2B-69BF-4933-9E49-C378EBF2B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D1963-D1EC-F19E-17BD-CAE21DED0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8FE06-1D11-69D6-07E4-6F0AF53C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909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6998A-B7B9-41F6-2CF7-EC2543A7F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E78E3-5553-A3C4-2B4C-8795079E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BFBEC-1F48-CB80-E471-EC24BD90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FADF8-E24F-B04C-BFE1-BB834AF05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61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E1A9C5-1693-6298-C69A-7AB498ACB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75F5F0-16AC-B230-E3F5-E3DB1A499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DEDFE-A37F-3AF7-B5CD-D4F2714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116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10864-2B6E-62BE-7636-FD7E1C9B9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9FB8F-1FAD-786C-0C8F-64646DD7D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B5956-615A-E746-110A-7DDD1FE66C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42273-DA79-8CDB-586B-504A93E1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C6E35-C32C-6BAA-930E-A75B04B6C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F463D-26EA-AE20-AF64-E5D11C87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60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DC531-EB7A-BE97-C571-C512091C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BFDF93-693F-8676-B660-FC79A3722E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4672F-4C57-6F56-623E-19CFD4F3C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C8DFB-A264-2FB9-A29C-04F2886E4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836104-48B1-2D9D-0DF2-BA99E553C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D05527-7727-E3D9-D40C-163AFF14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667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E6EAF-A9CB-7096-EB50-306E3257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95234-D6C7-AA02-3B26-D4FDAA21A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DB454-0999-76D1-3C2A-908CC525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EF4A2-A5A4-E39A-8BBB-CDF0B9121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E29A3-DA1F-8055-E8B6-E601E1DC4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190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DAEE1C-4DC4-443E-F837-9214901740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304848-EC64-D08E-D210-C1CBE8707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5B340-9630-9883-08F7-46E36218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0DD98-A750-DBAB-EA93-49C7D550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D06B8-C4AF-8D49-B7F9-900DF9581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87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74486-00C2-FCBA-9C02-6C44E5D3B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EBA9F-A45C-5AD4-CCD3-E1C68C13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74F331-44D8-7C2B-1427-0988FA39FD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E7D09-1260-4638-99DF-38FAFE54D6CF}" type="datetimeFigureOut">
              <a:rPr lang="en-GB" smtClean="0"/>
              <a:t>07/12/2024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6BF78-326B-50F4-1462-433103F443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FDA99-0901-BB16-E68A-59DF45457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091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268DD5-CC22-033B-423F-105AB9356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GB" sz="4800" dirty="0">
                <a:solidFill>
                  <a:srgbClr val="FFFFFF"/>
                </a:solidFill>
              </a:rPr>
              <a:t>Competitive Study Application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53D451-8E42-3377-D294-819F1BC37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2562" y="3036962"/>
            <a:ext cx="9078628" cy="564620"/>
          </a:xfrm>
        </p:spPr>
        <p:txBody>
          <a:bodyPr anchor="ctr">
            <a:normAutofit/>
          </a:bodyPr>
          <a:lstStyle/>
          <a:p>
            <a:r>
              <a:rPr lang="en-GB" sz="2000" dirty="0">
                <a:solidFill>
                  <a:srgbClr val="FFFFFF"/>
                </a:solidFill>
              </a:rPr>
              <a:t>An Advanced </a:t>
            </a:r>
            <a:r>
              <a:rPr lang="en-GB" sz="2000" dirty="0">
                <a:solidFill>
                  <a:srgbClr val="FFFFFF"/>
                </a:solidFill>
                <a:latin typeface="+mj-lt"/>
              </a:rPr>
              <a:t>Web</a:t>
            </a:r>
            <a:r>
              <a:rPr lang="en-GB" sz="2000" dirty="0">
                <a:solidFill>
                  <a:srgbClr val="FFFFFF"/>
                </a:solidFill>
              </a:rPr>
              <a:t> Development Project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058C58-2475-DF8A-0AA0-6E8393328122}"/>
              </a:ext>
            </a:extLst>
          </p:cNvPr>
          <p:cNvSpPr txBox="1">
            <a:spLocks/>
          </p:cNvSpPr>
          <p:nvPr/>
        </p:nvSpPr>
        <p:spPr>
          <a:xfrm>
            <a:off x="1550810" y="4888277"/>
            <a:ext cx="9078628" cy="860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GB" sz="1100" kern="1200" dirty="0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Danyal Shah</a:t>
            </a:r>
            <a:endParaRPr lang="en-GB" sz="1100" dirty="0">
              <a:effectLst/>
            </a:endParaRPr>
          </a:p>
          <a:p>
            <a:pPr marL="0" indent="0" algn="ctr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GB" sz="1100" kern="1200" dirty="0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Supervisor: Christos </a:t>
            </a:r>
            <a:r>
              <a:rPr lang="en-GB" sz="1100" kern="1200" dirty="0" err="1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Dexiades</a:t>
            </a:r>
            <a:endParaRPr lang="en-GB" sz="11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62861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06F8A-F56E-3712-DC41-73A28921D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69B329-ECAA-3F3A-AD8B-BD3F052A25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90376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13708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F87BCB7-E7E3-4D64-9B9E-2923FF664D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5F87BCB7-E7E3-4D64-9B9E-2923FF664D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5F87BCB7-E7E3-4D64-9B9E-2923FF664D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5FDBC34-98CC-4E1C-A088-5BA3051829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graphicEl>
                                              <a:dgm id="{75FDBC34-98CC-4E1C-A088-5BA3051829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graphicEl>
                                              <a:dgm id="{75FDBC34-98CC-4E1C-A088-5BA3051829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E119BE0-00ED-46E4-813C-9082E563243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graphicEl>
                                              <a:dgm id="{7E119BE0-00ED-46E4-813C-9082E563243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graphicEl>
                                              <a:dgm id="{7E119BE0-00ED-46E4-813C-9082E563243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59FB9B9-8371-4C73-82BA-323CD2879C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graphicEl>
                                              <a:dgm id="{E59FB9B9-8371-4C73-82BA-323CD2879C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graphicEl>
                                              <a:dgm id="{E59FB9B9-8371-4C73-82BA-323CD2879C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5A53E02-844A-4382-8DE6-AB869FD4F4F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graphicEl>
                                              <a:dgm id="{A5A53E02-844A-4382-8DE6-AB869FD4F4F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graphicEl>
                                              <a:dgm id="{A5A53E02-844A-4382-8DE6-AB869FD4F4F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CB32483-B33A-4E87-AEDF-55A4FDC414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graphicEl>
                                              <a:dgm id="{9CB32483-B33A-4E87-AEDF-55A4FDC414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graphicEl>
                                              <a:dgm id="{9CB32483-B33A-4E87-AEDF-55A4FDC414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2ADC60-7C02-1F39-9D90-29E04DB95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Background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B4D71839-816B-952F-D506-F0D1A9A735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426048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503271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EA9BD1AF-B094-40CB-A256-212FCF471D2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>
                                            <p:graphicEl>
                                              <a:dgm id="{EA9BD1AF-B094-40CB-A256-212FCF471D2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>
                                            <p:graphicEl>
                                              <a:dgm id="{EA9BD1AF-B094-40CB-A256-212FCF471D2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>
                                            <p:graphicEl>
                                              <a:dgm id="{EA9BD1AF-B094-40CB-A256-212FCF471D2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58B66CF1-AE87-47F8-BB70-926EAA63D4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>
                                            <p:graphicEl>
                                              <a:dgm id="{58B66CF1-AE87-47F8-BB70-926EAA63D42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>
                                            <p:graphicEl>
                                              <a:dgm id="{58B66CF1-AE87-47F8-BB70-926EAA63D4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>
                                            <p:graphicEl>
                                              <a:dgm id="{58B66CF1-AE87-47F8-BB70-926EAA63D4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28E99E86-DB17-495B-83BC-81434D1C35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1">
                                            <p:graphicEl>
                                              <a:dgm id="{28E99E86-DB17-495B-83BC-81434D1C359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1">
                                            <p:graphicEl>
                                              <a:dgm id="{28E99E86-DB17-495B-83BC-81434D1C35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1">
                                            <p:graphicEl>
                                              <a:dgm id="{28E99E86-DB17-495B-83BC-81434D1C35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2CE8BB85-B0DE-41EC-9ECC-16E6E5A24B0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1">
                                            <p:graphicEl>
                                              <a:dgm id="{2CE8BB85-B0DE-41EC-9ECC-16E6E5A24B0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1">
                                            <p:graphicEl>
                                              <a:dgm id="{2CE8BB85-B0DE-41EC-9ECC-16E6E5A24B0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1">
                                            <p:graphicEl>
                                              <a:dgm id="{2CE8BB85-B0DE-41EC-9ECC-16E6E5A24B0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71ACD07E-5C5C-4127-82E6-825FD6C048C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>
                                            <p:graphicEl>
                                              <a:dgm id="{71ACD07E-5C5C-4127-82E6-825FD6C048C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>
                                            <p:graphicEl>
                                              <a:dgm id="{71ACD07E-5C5C-4127-82E6-825FD6C048C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1">
                                            <p:graphicEl>
                                              <a:dgm id="{71ACD07E-5C5C-4127-82E6-825FD6C048C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8C98C6A0-47E1-40AD-A3E7-9B666AB0C5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1">
                                            <p:graphicEl>
                                              <a:dgm id="{8C98C6A0-47E1-40AD-A3E7-9B666AB0C5F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1">
                                            <p:graphicEl>
                                              <a:dgm id="{8C98C6A0-47E1-40AD-A3E7-9B666AB0C5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1">
                                            <p:graphicEl>
                                              <a:dgm id="{8C98C6A0-47E1-40AD-A3E7-9B666AB0C5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8FB8042C-C191-4F7B-9AFF-769D17D7DCB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1">
                                            <p:graphicEl>
                                              <a:dgm id="{8FB8042C-C191-4F7B-9AFF-769D17D7DCB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1">
                                            <p:graphicEl>
                                              <a:dgm id="{8FB8042C-C191-4F7B-9AFF-769D17D7DCB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1">
                                            <p:graphicEl>
                                              <a:dgm id="{8FB8042C-C191-4F7B-9AFF-769D17D7DCB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CC955205-0AFE-4FFA-9761-717C3A20BA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21">
                                            <p:graphicEl>
                                              <a:dgm id="{CC955205-0AFE-4FFA-9761-717C3A20BA3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1">
                                            <p:graphicEl>
                                              <a:dgm id="{CC955205-0AFE-4FFA-9761-717C3A20BA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1">
                                            <p:graphicEl>
                                              <a:dgm id="{CC955205-0AFE-4FFA-9761-717C3A20BA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BD8B359F-68C6-4C65-B5BE-ECA982C2DC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1">
                                            <p:graphicEl>
                                              <a:dgm id="{BD8B359F-68C6-4C65-B5BE-ECA982C2DC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1">
                                            <p:graphicEl>
                                              <a:dgm id="{BD8B359F-68C6-4C65-B5BE-ECA982C2DC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1">
                                            <p:graphicEl>
                                              <a:dgm id="{BD8B359F-68C6-4C65-B5BE-ECA982C2DC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7D9D54FF-E0CF-44D6-B567-B9A1C0D66C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21">
                                            <p:graphicEl>
                                              <a:dgm id="{7D9D54FF-E0CF-44D6-B567-B9A1C0D66C8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1">
                                            <p:graphicEl>
                                              <a:dgm id="{7D9D54FF-E0CF-44D6-B567-B9A1C0D66C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21">
                                            <p:graphicEl>
                                              <a:dgm id="{7D9D54FF-E0CF-44D6-B567-B9A1C0D66C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01E12256-1EBE-432E-865F-E9D10861CF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1">
                                            <p:graphicEl>
                                              <a:dgm id="{01E12256-1EBE-432E-865F-E9D10861CF0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1">
                                            <p:graphicEl>
                                              <a:dgm id="{01E12256-1EBE-432E-865F-E9D10861CF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1">
                                            <p:graphicEl>
                                              <a:dgm id="{01E12256-1EBE-432E-865F-E9D10861CF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276A1B7E-4B93-4531-A3D8-F0CF495C96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1">
                                            <p:graphicEl>
                                              <a:dgm id="{276A1B7E-4B93-4531-A3D8-F0CF495C968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1">
                                            <p:graphicEl>
                                              <a:dgm id="{276A1B7E-4B93-4531-A3D8-F0CF495C96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1">
                                            <p:graphicEl>
                                              <a:dgm id="{276A1B7E-4B93-4531-A3D8-F0CF495C96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1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414DA3-1029-FF45-6EA9-D4CD47525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How Does It Work?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D7ACD6ED-CA26-93A1-A7E2-1F2B508662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783668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656956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35855222-CD4C-41FC-B400-80F9FFABC9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6">
                                            <p:graphicEl>
                                              <a:dgm id="{35855222-CD4C-41FC-B400-80F9FFABC9E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349FBC65-CAE5-4F98-8441-6FAC90E1ECF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6">
                                            <p:graphicEl>
                                              <a:dgm id="{349FBC65-CAE5-4F98-8441-6FAC90E1ECF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223BA566-E240-49D2-9474-51D733C540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16">
                                            <p:graphicEl>
                                              <a:dgm id="{223BA566-E240-49D2-9474-51D733C540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0B589F49-9194-42D1-A889-2055BD0D9D5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16">
                                            <p:graphicEl>
                                              <a:dgm id="{0B589F49-9194-42D1-A889-2055BD0D9D5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9E670913-2E6F-4397-AF37-16C7CB95D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16">
                                            <p:graphicEl>
                                              <a:dgm id="{9E670913-2E6F-4397-AF37-16C7CB95D2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B0129B57-ED99-4470-A72F-1F1ADE71680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16">
                                            <p:graphicEl>
                                              <a:dgm id="{B0129B57-ED99-4470-A72F-1F1ADE71680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FD4CC602-95FF-4A0F-AF04-9376AB8AA0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16">
                                            <p:graphicEl>
                                              <a:dgm id="{FD4CC602-95FF-4A0F-AF04-9376AB8AA0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8E36223D-222B-4CF8-A396-F5B5A5C7FD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6" dur="500"/>
                                        <p:tgtEl>
                                          <p:spTgt spid="16">
                                            <p:graphicEl>
                                              <a:dgm id="{8E36223D-222B-4CF8-A396-F5B5A5C7FD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D245BA7A-7B39-4CA5-8D4E-077E14949A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9" dur="500"/>
                                        <p:tgtEl>
                                          <p:spTgt spid="16">
                                            <p:graphicEl>
                                              <a:dgm id="{D245BA7A-7B39-4CA5-8D4E-077E14949AA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22C31B1E-9ABF-46A6-B490-F8118A54BB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4" dur="500"/>
                                        <p:tgtEl>
                                          <p:spTgt spid="16">
                                            <p:graphicEl>
                                              <a:dgm id="{22C31B1E-9ABF-46A6-B490-F8118A54BB8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graphicEl>
                                              <a:dgm id="{E00446B5-418B-4F4E-837E-AB444EAA77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16">
                                            <p:graphicEl>
                                              <a:dgm id="{E00446B5-418B-4F4E-837E-AB444EAA77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6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" name="Rectangle 9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B5268D-21FD-E9E1-D8BC-7904C5DF4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Competition? Mark Reduction?</a:t>
            </a:r>
          </a:p>
        </p:txBody>
      </p:sp>
      <p:graphicFrame>
        <p:nvGraphicFramePr>
          <p:cNvPr id="49" name="Content Placeholder 2">
            <a:extLst>
              <a:ext uri="{FF2B5EF4-FFF2-40B4-BE49-F238E27FC236}">
                <a16:creationId xmlns:a16="http://schemas.microsoft.com/office/drawing/2014/main" id="{B417BB46-5C3E-8862-E4FE-F19B6F7E26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649926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376393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graphicEl>
                                              <a:dgm id="{26AF844E-CAFF-4913-BD11-636489651B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>
                                            <p:graphicEl>
                                              <a:dgm id="{26AF844E-CAFF-4913-BD11-636489651B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>
                                            <p:graphicEl>
                                              <a:dgm id="{26AF844E-CAFF-4913-BD11-636489651B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graphicEl>
                                              <a:dgm id="{272E2289-B570-4380-969C-20F884F6C4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>
                                            <p:graphicEl>
                                              <a:dgm id="{272E2289-B570-4380-969C-20F884F6C4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9">
                                            <p:graphicEl>
                                              <a:dgm id="{272E2289-B570-4380-969C-20F884F6C4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graphicEl>
                                              <a:dgm id="{2E70A53F-8E51-4521-BDC9-463C9E8BC8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9">
                                            <p:graphicEl>
                                              <a:dgm id="{2E70A53F-8E51-4521-BDC9-463C9E8BC8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9">
                                            <p:graphicEl>
                                              <a:dgm id="{2E70A53F-8E51-4521-BDC9-463C9E8BC8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graphicEl>
                                              <a:dgm id="{ABB29D5E-F11F-484E-8ED5-19D5EC278A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9">
                                            <p:graphicEl>
                                              <a:dgm id="{ABB29D5E-F11F-484E-8ED5-19D5EC278A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9">
                                            <p:graphicEl>
                                              <a:dgm id="{ABB29D5E-F11F-484E-8ED5-19D5EC278A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graphicEl>
                                              <a:dgm id="{1BCC9E10-8145-493F-9ECE-55E4447FA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9">
                                            <p:graphicEl>
                                              <a:dgm id="{1BCC9E10-8145-493F-9ECE-55E4447FA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9">
                                            <p:graphicEl>
                                              <a:dgm id="{1BCC9E10-8145-493F-9ECE-55E4447FA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9" grpId="0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FFAD5A-AD45-07E0-B5AE-5092F3543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Features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A6DE1182-ECB6-7C1C-F50D-67524769BF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049525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05835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AFF60285-135C-40E8-9181-2069D937C8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1">
                                            <p:graphicEl>
                                              <a:dgm id="{AFF60285-135C-40E8-9181-2069D937C8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F69D806E-0012-4B13-A870-CAED2E1D8B9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21">
                                            <p:graphicEl>
                                              <a:dgm id="{F69D806E-0012-4B13-A870-CAED2E1D8B9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DF68B131-109F-4D5F-BBDC-14EE102A8D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1">
                                            <p:graphicEl>
                                              <a:dgm id="{DF68B131-109F-4D5F-BBDC-14EE102A8D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256EA126-F696-4D0A-8B0A-14D69745507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21">
                                            <p:graphicEl>
                                              <a:dgm id="{256EA126-F696-4D0A-8B0A-14D69745507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2448927D-6450-4B9D-A254-BE5F71E782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1">
                                            <p:graphicEl>
                                              <a:dgm id="{2448927D-6450-4B9D-A254-BE5F71E782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B5B3E72F-AAE0-4724-8EAB-F14255E07E0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1">
                                            <p:graphicEl>
                                              <a:dgm id="{B5B3E72F-AAE0-4724-8EAB-F14255E07E0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315ED730-1282-4AB3-92BF-505F021CACF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1">
                                            <p:graphicEl>
                                              <a:dgm id="{315ED730-1282-4AB3-92BF-505F021CACF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A8C3D147-6D2C-49E9-9933-512D7985414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21">
                                            <p:graphicEl>
                                              <a:dgm id="{A8C3D147-6D2C-49E9-9933-512D7985414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graphicEl>
                                              <a:dgm id="{D8CCE8C3-8690-462D-91FB-D1C3B677BA1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1">
                                            <p:graphicEl>
                                              <a:dgm id="{D8CCE8C3-8690-462D-91FB-D1C3B677BA1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1" grpId="0">
        <p:bldSub>
          <a:bldDgm bld="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718C9-7918-BA46-F0C0-66B7FE0C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7C278F2-C56E-3AA0-2138-3955EB3C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9DF065-586D-0B42-6680-629FB87A5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6317772-C383-C0C4-E347-6691D775C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81FED7-5984-44C3-E5FA-3FAF520D4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174BC6-19AF-B194-107A-F4E21543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Demonstration</a:t>
            </a:r>
          </a:p>
        </p:txBody>
      </p:sp>
      <p:pic>
        <p:nvPicPr>
          <p:cNvPr id="5" name="Screen Recording 2024-12-04 160025">
            <a:hlinkClick r:id="" action="ppaction://media"/>
            <a:extLst>
              <a:ext uri="{FF2B5EF4-FFF2-40B4-BE49-F238E27FC236}">
                <a16:creationId xmlns:a16="http://schemas.microsoft.com/office/drawing/2014/main" id="{88C9AB58-0E90-E269-3E5E-836199402735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89100" y="1825625"/>
            <a:ext cx="8812213" cy="4351338"/>
          </a:xfrm>
        </p:spPr>
      </p:pic>
    </p:spTree>
    <p:extLst>
      <p:ext uri="{BB962C8B-B14F-4D97-AF65-F5344CB8AC3E}">
        <p14:creationId xmlns:p14="http://schemas.microsoft.com/office/powerpoint/2010/main" val="8770438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4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88F58E-4B14-48A5-42D5-62897D5EA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Summary</a:t>
            </a:r>
            <a:endParaRPr lang="en-GB" sz="4000" dirty="0">
              <a:solidFill>
                <a:srgbClr val="FFFFFF"/>
              </a:solidFill>
            </a:endParaRPr>
          </a:p>
        </p:txBody>
      </p:sp>
      <p:graphicFrame>
        <p:nvGraphicFramePr>
          <p:cNvPr id="43" name="Content Placeholder 2">
            <a:extLst>
              <a:ext uri="{FF2B5EF4-FFF2-40B4-BE49-F238E27FC236}">
                <a16:creationId xmlns:a16="http://schemas.microsoft.com/office/drawing/2014/main" id="{65DF463B-BC73-324A-179E-7D5D70D334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832524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02415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12406314-6A1C-4592-BBE6-9B5EF13B983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3">
                                            <p:graphicEl>
                                              <a:dgm id="{12406314-6A1C-4592-BBE6-9B5EF13B983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3">
                                            <p:graphicEl>
                                              <a:dgm id="{12406314-6A1C-4592-BBE6-9B5EF13B983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FB9FD4CB-1F0A-4017-B7D5-D9CA30839E3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3">
                                            <p:graphicEl>
                                              <a:dgm id="{FB9FD4CB-1F0A-4017-B7D5-D9CA30839E3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3">
                                            <p:graphicEl>
                                              <a:dgm id="{FB9FD4CB-1F0A-4017-B7D5-D9CA30839E3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3B41C4B9-F2FC-4206-BEA8-4B0F421756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3">
                                            <p:graphicEl>
                                              <a:dgm id="{3B41C4B9-F2FC-4206-BEA8-4B0F421756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3">
                                            <p:graphicEl>
                                              <a:dgm id="{3B41C4B9-F2FC-4206-BEA8-4B0F421756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151DD790-E2C5-4679-AD57-1240164C7A5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3">
                                            <p:graphicEl>
                                              <a:dgm id="{151DD790-E2C5-4679-AD57-1240164C7A5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3">
                                            <p:graphicEl>
                                              <a:dgm id="{151DD790-E2C5-4679-AD57-1240164C7A5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3764279C-AC4C-480B-BC84-0536A52F68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3">
                                            <p:graphicEl>
                                              <a:dgm id="{3764279C-AC4C-480B-BC84-0536A52F68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3">
                                            <p:graphicEl>
                                              <a:dgm id="{3764279C-AC4C-480B-BC84-0536A52F68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86E17443-258F-45B9-9900-76F7AC7E40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3">
                                            <p:graphicEl>
                                              <a:dgm id="{86E17443-258F-45B9-9900-76F7AC7E40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3">
                                            <p:graphicEl>
                                              <a:dgm id="{86E17443-258F-45B9-9900-76F7AC7E40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3D6E5037-21E4-4930-8F4F-5184C03CC1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3">
                                            <p:graphicEl>
                                              <a:dgm id="{3D6E5037-21E4-4930-8F4F-5184C03CC1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3">
                                            <p:graphicEl>
                                              <a:dgm id="{3D6E5037-21E4-4930-8F4F-5184C03CC1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D0E34142-7CF5-4082-ADD1-CA6AAA75BA0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3">
                                            <p:graphicEl>
                                              <a:dgm id="{D0E34142-7CF5-4082-ADD1-CA6AAA75BA0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3">
                                            <p:graphicEl>
                                              <a:dgm id="{D0E34142-7CF5-4082-ADD1-CA6AAA75BA0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A0330144-F7A4-42AC-85C6-65945FC6705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3">
                                            <p:graphicEl>
                                              <a:dgm id="{A0330144-F7A4-42AC-85C6-65945FC6705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3">
                                            <p:graphicEl>
                                              <a:dgm id="{A0330144-F7A4-42AC-85C6-65945FC6705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F88D0E89-F727-4F8D-A744-896D43D9C7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3">
                                            <p:graphicEl>
                                              <a:dgm id="{F88D0E89-F727-4F8D-A744-896D43D9C7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3">
                                            <p:graphicEl>
                                              <a:dgm id="{F88D0E89-F727-4F8D-A744-896D43D9C7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AF2AFC48-64B0-4723-8344-95255A30FE6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3">
                                            <p:graphicEl>
                                              <a:dgm id="{AF2AFC48-64B0-4723-8344-95255A30FE6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3">
                                            <p:graphicEl>
                                              <a:dgm id="{AF2AFC48-64B0-4723-8344-95255A30FE6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D5BDD981-48AD-4005-81A9-AA85B86104A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3">
                                            <p:graphicEl>
                                              <a:dgm id="{D5BDD981-48AD-4005-81A9-AA85B86104A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3">
                                            <p:graphicEl>
                                              <a:dgm id="{D5BDD981-48AD-4005-81A9-AA85B86104A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658125E1-134A-443A-8DDD-02C9550627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3">
                                            <p:graphicEl>
                                              <a:dgm id="{658125E1-134A-443A-8DDD-02C9550627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43">
                                            <p:graphicEl>
                                              <a:dgm id="{658125E1-134A-443A-8DDD-02C9550627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3" grpId="0">
        <p:bldSub>
          <a:bldDgm bld="one"/>
        </p:bldSub>
      </p:bldGraphic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281</Words>
  <Application>Microsoft Office PowerPoint</Application>
  <PresentationFormat>Widescreen</PresentationFormat>
  <Paragraphs>53</Paragraphs>
  <Slides>8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Competitive Study Application</vt:lpstr>
      <vt:lpstr>Introduction</vt:lpstr>
      <vt:lpstr>Background</vt:lpstr>
      <vt:lpstr>How Does It Work?</vt:lpstr>
      <vt:lpstr>Competition? Mark Reduction?</vt:lpstr>
      <vt:lpstr>Features</vt:lpstr>
      <vt:lpstr>Demonstration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Danyal Shah</dc:creator>
  <cp:lastModifiedBy>Danyal Shah</cp:lastModifiedBy>
  <cp:revision>11</cp:revision>
  <dcterms:created xsi:type="dcterms:W3CDTF">2024-12-03T19:27:07Z</dcterms:created>
  <dcterms:modified xsi:type="dcterms:W3CDTF">2024-12-07T10:54:56Z</dcterms:modified>
</cp:coreProperties>
</file>